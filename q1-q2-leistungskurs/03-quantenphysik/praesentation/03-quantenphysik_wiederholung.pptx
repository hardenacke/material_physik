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Quantenphysik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Photonen und Elektronen als Quantenobjekte experimentell charakterisieren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Photoeffekt, Beugung und Interferenz quantitativ auswerten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Quantenobjekte mithilfe von Wahrscheinlichkeitsamplituden bzw. Wahrscheinlichkeitsaussagen deuten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de-Broglie-Beziehung und Impuls-Energie-Zusammenhänge anwenden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Grenzen klassischer Modelle systematisch reflektieren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Energie- und Impulsquant elektromagnetischer Strahlung.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Wellenfunktion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Mathematisches Objekt, aus dem Wahrscheinlichkeitsaussagen gewonnen werden.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Wahrscheinlichkeitsdichte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Gibt die relative Wahrscheinlichkeit für Messergebnisse an.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Komplementarität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Verschiedene experimentelle Anordnungen zeigen unterschiedliche Aspekte eines Quantenobjekts.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de-Broglie-Welle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Materiewelle mit λ = h/p.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Unbestimmtheit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Bestimmte Paare physikalischer Größen sind nicht gleichzeitig beliebig scharf festgelegt.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Photonenenergie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 eines Photons.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= h·f = h·c/λ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Photonenimpuls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Impuls eines Photons.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 = h/λ = E/c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Materiewelle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Wellenlänge bewegter Materie.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λ = h/p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Photoeffekt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Maximale kinetische Elektronenenergie folgt aus Energiebilanz.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E_kin,max = h·f − W_A</a:t>
            </a:r>
            <a:endParaRPr lang="en-US" sz="1040" dirty="0"/>
          </a:p>
        </p:txBody>
      </p:sp>
      <p:sp>
        <p:nvSpPr>
          <p:cNvPr id="29" name="Shape 27"/>
          <p:cNvSpPr/>
          <p:nvPr/>
        </p:nvSpPr>
        <p:spPr>
          <a:xfrm>
            <a:off x="658368" y="4745736"/>
            <a:ext cx="11009376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9536" y="48737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Unbestimmtheit</a:t>
            </a:r>
            <a:endParaRPr lang="en-US" sz="1380" dirty="0"/>
          </a:p>
        </p:txBody>
      </p:sp>
      <p:sp>
        <p:nvSpPr>
          <p:cNvPr id="31" name="Text 29"/>
          <p:cNvSpPr/>
          <p:nvPr/>
        </p:nvSpPr>
        <p:spPr>
          <a:xfrm>
            <a:off x="859536" y="52212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Grundlegende Grenze gleichzeitiger Präzision.</a:t>
            </a:r>
            <a:endParaRPr lang="en-US" sz="1270" dirty="0"/>
          </a:p>
        </p:txBody>
      </p:sp>
      <p:sp>
        <p:nvSpPr>
          <p:cNvPr id="32" name="Shape 30"/>
          <p:cNvSpPr/>
          <p:nvPr/>
        </p:nvSpPr>
        <p:spPr>
          <a:xfrm>
            <a:off x="859536" y="5733288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" y="5751576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Δx·Δp ≳ ħ/2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Beobachtung des Photoeffekts widerspricht der klassischen Wellentheorie?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verändert sich die de-Broglie-Wellenlänge bei größerem Impuls?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beschreibt die Quantenphysik Messergebnisse häufig probabilistisch?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Quantenphysik – Wiederholung</dc:title>
  <dc:subject>Fortlaufende Wiederholung: Quantenphysik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