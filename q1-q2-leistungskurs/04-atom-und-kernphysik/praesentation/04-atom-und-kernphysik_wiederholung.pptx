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Atom- und Kernphysik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Atom- und Kernphysik (LK)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Atomaufbau: Atommodelle, 1D-Potentialtopf, Energieniveauschema, Röntgenstrahlung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Ionisierende Strahlung: Arten, Nachweis, Eigenschaften, Absorption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Radioaktiver Zerfall: Kernaufbau, Zerfallsreihen, Zerfallsgesetz, Halbwertszeit, Altersbestimmung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Kernspaltung/-fusion: Bindungsenergien, Massendefekt, Kettenreaktion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Historische und moderne Atommodelle anhand von Experimenten vergleichen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Linienspektren und quantisierte Energieniveaus quantitativ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Aufbau und Bindung von Atomkernen analysieren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Radioaktive Zerfälle mit Exponentialgesetzen modellieren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52–54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 welchen zwei Nukleonarten besteht ein Atomkern?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 einer Halbwertszeit: Welcher Anteil einer großen Ausgangsmenge instabiler Kerne ist im Mittel noch nicht zerfallen?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zeigt ein Linienspektrum über mögliche Energieniveaus eines Atoms?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hängen Zerfallskonstante λ und Halbwertszeit T₁/₂ zusammen?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kann ein Massendefekt als frei werdende oder aufzubringende Energie erscheinen?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Energieniveau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Diskreter stationärer Zustand eines gebundenen Quantensystems.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eV bzw. J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Zerfallskonstante λ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Zerfallswahrscheinlichkeit pro Zeitintervall im Exponentialmodell.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1/s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Massendefekt Δm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Differenz zwischen Summe freier Nukleonenmassen und Kernmasse.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kg bzw. 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Bindungsenergie E_B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 zum Zerlegen eines Kerns in freie Nukleonen.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 bzw. MeV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Übergang besitzt ΔE=10,2 eV. Bestimme näherungsweise λ mit hc≈1240 eV·nm.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1600 Kerne: Wie viele bleiben nach drei Halbwertszeiten im Mittel?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Massendefekt Δm=0,010 u. Berechne E≈Δm·931,5 MeV/u.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archäologischer Holzfund besitzt nur noch 25 % der Aktivität einer lebenden Probe. Für ¹⁴C gilt T₁/₂≈5730 a. Schätze das Alter des Fundes.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qualitativ mit der Bindungsenergie pro Nukleon, warum sowohl Spaltung sehr schwerer als auch Fusion sehr leichter Kerne Energie freisetzen kann.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Exponentialer radioaktiver Zerfall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-0,08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0,21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/ T₁/₂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N/N₀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2215686"/>
            <a:ext cx="1572768" cy="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3662172"/>
            <a:ext cx="1572768" cy="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4385415"/>
            <a:ext cx="1572768" cy="361622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4747037"/>
            <a:ext cx="1572768" cy="180811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9032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470131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488212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N/N₀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Welcher Anteil bleibt nach 3 T₁/₂?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die Kurve nicht linear?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1" name="Text 4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Protonen und Neutronen; die Hälfte; nur bestimmte Energiedifferenzen und damit diskrete Energieniveaus sind möglich; T₁/₂=ln(2)/λ; über E=Δm·c² entspricht eine Massendifferenz einer Energiedifferenz.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λ≈122 nm.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200 Kerne.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≈9,32 MeV.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25 %=1/4 → zwei Halbwertszeiten → ca. 11 460 Jahre.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Produkte liegen näher am Maximum der Bindungsenergie pro Nukleon; die Bindungsenergiedifferenz wird frei.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Formuliere den Zusammenhang zwischen Massendefekt, Bindungsenergie und Stabilität eines Kerns.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Atom- und Kernphysik – Wiederholung</dc:title>
  <dc:subject>KLP-basierte Wiederholung: Atom- und Kernphysik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