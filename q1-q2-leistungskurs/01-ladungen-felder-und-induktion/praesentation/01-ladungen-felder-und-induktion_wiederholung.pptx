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Ladungen, Felder und Induktion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 Felder, Potentiale und Kondensatoren quantitativ analysieren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 Felder und Lorentzkräfte auf bewegte Ladungen anwenden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Bahnbewegungen in Längs-, Quer- und gekreuzten Feldern modellieren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Magnetischen Fluss und elektromagnetische Induktion differenziert beschreiben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Feldenergie und technische Anwendungen bilanzieren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Coulomb-Kraft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Elektrostatische Wechselwirkung zwischen Punktladungen.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Potential φ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Potentielle elektrische Energie pro Ladung.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Kapazität C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Ladung pro Spannung eines Kondensators.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Lorentzkraft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 auf bewegte Ladung im magnetischen Feld.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Magnetischer Fluss Φ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Flächenbezogene Durchsetzung eines Magnetfeldes.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Induktion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 Spannung infolge einer Änderung des magnetischen Flusses.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Coulomb-Gesetz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Betrag der Kraft zwischen zwei Punktladungen.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13969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2020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 = (1/(4πɛ₀)) · |q₁q₂|/r²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Elektrisches Feld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Feldstärke und Kraft auf eine Probeladung.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= F/q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Kondensator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Kapazität und gespeicherte Energie.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= Q/U;  E_C = ½ C U²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Lorentzkraft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 senkrechter Bewegung im homogenen B-Feld: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F_L = |q|vB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658368" y="4745736"/>
            <a:ext cx="11009376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4873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Induktion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859536" y="52212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Zeitliche Flussänderung erzeugt Spannung.</a:t>
            </a:r>
            <a:endParaRPr lang="en-US" sz="1270" dirty="0"/>
          </a:p>
        </p:txBody>
      </p:sp>
      <p:sp>
        <p:nvSpPr>
          <p:cNvPr id="32" name="Shape 30"/>
          <p:cNvSpPr/>
          <p:nvPr/>
        </p:nvSpPr>
        <p:spPr>
          <a:xfrm>
            <a:off x="859536" y="5733288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5751576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U_ind = −N·dΦ/dt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hängen Potentialdifferenz und Spannung zusammen?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Wann beschreibt die Lorentzkraft eine Kreisbahn?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Rolle spielt Energieerhaltung bei der Lenzschen Regel?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Leistungskurs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Ladungen, Felder und Induktion – Wiederholung</dc:title>
  <dc:subject>Fortlaufende Wiederholung: Ladungen, Felder und Induktion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