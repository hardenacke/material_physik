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498080" y="-914400"/>
            <a:ext cx="5943600" cy="5943600"/>
          </a:xfrm>
          <a:prstGeom prst="arc">
            <a:avLst/>
          </a:prstGeom>
          <a:solidFill>
            <a:srgbClr val="2F6FAD">
              <a:alpha val="84000"/>
            </a:srgbClr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4434840"/>
            <a:ext cx="2468880" cy="2468880"/>
          </a:xfrm>
          <a:prstGeom prst="ellipse">
            <a:avLst/>
          </a:prstGeom>
          <a:solidFill>
            <a:srgbClr val="2C7A7B">
              <a:alpha val="75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243584"/>
            <a:ext cx="1051560" cy="0"/>
          </a:xfrm>
          <a:prstGeom prst="line">
            <a:avLst/>
          </a:prstGeom>
          <a:noFill/>
          <a:ln w="50800">
            <a:solidFill>
              <a:srgbClr val="6FB4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583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A9CD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444752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Schwingende Systeme und Wellen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49808" y="334670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Wiederholungspräsentation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9808" y="384048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FD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lebendes Dokument: Nach jeder Stunde wächst der Rückblick um eine neue Folie.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507492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1B405E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521208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DEA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Kernideen · Begriffe · Beziehungen · Schnellcheck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9808" y="6236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C1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Physik NRW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ORIENTIERUNG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 bleibt hängen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45920"/>
            <a:ext cx="5413248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920240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929384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91056" y="1810512"/>
            <a:ext cx="4251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Mechanische und elektromagnetische Schwingungen mathematisch modellieren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645920"/>
            <a:ext cx="5257800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1920240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929384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05472" y="1810512"/>
            <a:ext cx="40965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Differentialgleichungen als Modellwerkzeug für Schwingungen nutzen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" y="2999232"/>
            <a:ext cx="5413248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" y="3273552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282696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91056" y="3163824"/>
            <a:ext cx="4251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Wellenphänomene mit Superposition und Huygens-Prinzip erklären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72784" y="2999232"/>
            <a:ext cx="5257800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3273552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282696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05472" y="3163824"/>
            <a:ext cx="40965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Interferenz an Spalten, Gittern und Interferometern quantitativ auswerten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8368" y="4352544"/>
            <a:ext cx="10872216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4626864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636008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91056" y="4517136"/>
            <a:ext cx="97109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Elektromagnetische Wellen aus schwingenden elektrischen und magnetischen Feldern deuten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WERKZEUGKASTEN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Modelle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2763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27632"/>
            <a:ext cx="73152" cy="141732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73936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Harmonische Schwingung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77824" y="2157984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Periodischer Vorgang mit sinusförmiger Zeitabhängigkeit.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72784" y="162763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1627632"/>
            <a:ext cx="73152" cy="14173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73936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Eigenfrequenz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92240" y="2157984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Charakteristische Frequenz eines schwingungsfähigen Systems.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8368" y="32004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200400"/>
            <a:ext cx="73152" cy="141732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346704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Dämpfung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77824" y="3730752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Abnahme der Amplitude durch Energieabgabe.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72784" y="32004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72784" y="3200400"/>
            <a:ext cx="73152" cy="14173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346704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Resonanz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92240" y="3730752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Große Antwort eines Systems bei Anregung nahe der Eigenfrequenz.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" y="4773168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" y="4773168"/>
            <a:ext cx="73152" cy="141732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91947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Superposition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77824" y="5303520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Lineare Überlagerung von Schwingungen bzw. Wellen.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272784" y="4773168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72784" y="4773168"/>
            <a:ext cx="73152" cy="14173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491947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Interferenz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492240" y="5303520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Räumlich oder zeitlich stabile Verstärkung und Auslöschung durch Überlagerung.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ZUSAMMENHÄNGE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Formeln, Beziehungen und zentrale Aussagen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18488"/>
            <a:ext cx="53949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46504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Harmonischer Oszillator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859536" y="2093976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Kennzeichnende Differentialgleichung.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859536" y="2697480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715768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x¨ + ω₀²x = 0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272784" y="1618488"/>
            <a:ext cx="53949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46504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Federpendel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6473952" y="2093976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Eigenkreisfrequenz idealer Feder-Masse-Systeme.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6473952" y="2697480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715768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ω₀ = √(D/m)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658368" y="3182112"/>
            <a:ext cx="53949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310128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Fadenpendel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859536" y="3657600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Für kleine Auslenkungen näherungsweise: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859536" y="4261104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427939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= 2π√(l/g)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272784" y="3182112"/>
            <a:ext cx="53949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310128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LC-Schwingkreis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6473952" y="3657600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Ideale Periodendauer.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6473952" y="4261104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427939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= 2π√(L·C)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658368" y="4745736"/>
            <a:ext cx="1100937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" y="48737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Welle</a:t>
            </a:r>
            <a:endParaRPr lang="en-US" sz="1380" dirty="0"/>
          </a:p>
        </p:txBody>
      </p:sp>
      <p:sp>
        <p:nvSpPr>
          <p:cNvPr id="31" name="Text 29"/>
          <p:cNvSpPr/>
          <p:nvPr/>
        </p:nvSpPr>
        <p:spPr>
          <a:xfrm>
            <a:off x="859536" y="5221224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Grundbeziehung.</a:t>
            </a:r>
            <a:endParaRPr lang="en-US" sz="1270" dirty="0"/>
          </a:p>
        </p:txBody>
      </p:sp>
      <p:sp>
        <p:nvSpPr>
          <p:cNvPr id="32" name="Shape 30"/>
          <p:cNvSpPr/>
          <p:nvPr/>
        </p:nvSpPr>
        <p:spPr>
          <a:xfrm>
            <a:off x="859536" y="5733288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" y="5751576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= λ·f</a:t>
            </a:r>
            <a:endParaRPr lang="en-US" sz="10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ABRUFÜBUNG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Schnellcheck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1581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Ohne Unterlagen beantworten – erst danach gemeinsam prüfen.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2148840"/>
            <a:ext cx="105613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2368296"/>
            <a:ext cx="548640" cy="548640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3865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55648" y="2286000"/>
            <a:ext cx="9098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Wann ist eine Schwingung näherungsweise harmonisch?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9808" y="3383280"/>
            <a:ext cx="105613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602736"/>
            <a:ext cx="548640" cy="548640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6210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55648" y="3520440"/>
            <a:ext cx="9098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unterscheidet Eigenfrequenz und Anregungsfrequenz?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9808" y="4617720"/>
            <a:ext cx="105613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" y="4837176"/>
            <a:ext cx="548640" cy="548640"/>
          </a:xfrm>
          <a:prstGeom prst="ellipse">
            <a:avLst/>
          </a:prstGeom>
          <a:solidFill>
            <a:srgbClr val="D9902F"/>
          </a:solidFill>
          <a:ln w="12700">
            <a:solidFill>
              <a:srgbClr val="D9902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485546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55648" y="4754880"/>
            <a:ext cx="9098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Phasendifferenz führt bei zwei gleich starken Wellen zur Auslöschung?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096512" y="5943600"/>
            <a:ext cx="3977640" cy="384048"/>
          </a:xfrm>
          <a:prstGeom prst="roundRect">
            <a:avLst>
              <a:gd name="adj" fmla="val 1190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6016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Erklären ist stärker als nur nennen.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FORTSCHREIBEN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Stundenrückblick – Vorlage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45920"/>
            <a:ext cx="5413248" cy="1627632"/>
          </a:xfrm>
          <a:prstGeom prst="roundRect">
            <a:avLst>
              <a:gd name="adj" fmla="val 4494"/>
            </a:avLst>
          </a:prstGeom>
          <a:solidFill>
            <a:srgbClr val="EAF3FB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45920"/>
            <a:ext cx="73152" cy="162763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922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Heute neu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" y="2176272"/>
            <a:ext cx="499262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max. 3 zentrale Erkenntnisse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eigenen Worten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Bezug zum Vorwissen herstellen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6272784" y="1645920"/>
            <a:ext cx="5257800" cy="1627632"/>
          </a:xfrm>
          <a:prstGeom prst="roundRect">
            <a:avLst>
              <a:gd name="adj" fmla="val 4494"/>
            </a:avLst>
          </a:prstGeom>
          <a:solidFill>
            <a:srgbClr val="E6F4F1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1645920"/>
            <a:ext cx="73152" cy="162763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92224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/ Beobachtung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2176272"/>
            <a:ext cx="48371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prägnanter Versuch, Messwert, Graph oder Alltagsbezug als Anker für die Stunde.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5413248" cy="1627632"/>
          </a:xfrm>
          <a:prstGeom prst="roundRect">
            <a:avLst>
              <a:gd name="adj" fmla="val 4494"/>
            </a:avLst>
          </a:prstGeom>
          <a:solidFill>
            <a:srgbClr val="FFF3DE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520440"/>
            <a:ext cx="73152" cy="1627632"/>
          </a:xfrm>
          <a:prstGeom prst="rect">
            <a:avLst/>
          </a:prstGeom>
          <a:solidFill>
            <a:srgbClr val="D9902F"/>
          </a:solidFill>
          <a:ln w="12700">
            <a:solidFill>
              <a:srgbClr val="D9902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6667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Merksatz / Formel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824" y="4050792"/>
            <a:ext cx="49926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Genau eine zentrale Aussage oder Beziehung festhalten – möglichst mit Bedeutung der Größen.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272784" y="3520440"/>
            <a:ext cx="5257800" cy="1627632"/>
          </a:xfrm>
          <a:prstGeom prst="roundRect">
            <a:avLst>
              <a:gd name="adj" fmla="val 4494"/>
            </a:avLst>
          </a:prstGeom>
          <a:solidFill>
            <a:srgbClr val="EBF4ED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72784" y="3520440"/>
            <a:ext cx="73152" cy="162763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666744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2-Minuten-Check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4050792"/>
            <a:ext cx="483717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2–3 kurze Abruffragen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möglichst ohne Unterlagen lösbar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Anwendung oder Erklärung einbauen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1691640" y="5541264"/>
            <a:ext cx="879652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5687568"/>
            <a:ext cx="8375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Codex-Workflow: neue Stunde in praesentation.json → lessons ergänzen → npm run build:pptx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Schwingende Systeme und Wellen – Wiederholung</dc:title>
  <dc:subject>Fortlaufende Wiederholung: Schwingende Systeme und Wellen</dc:subject>
  <dc:creator>Jonathan Hardenacke</dc:creator>
  <cp:lastModifiedBy>Jonathan Hardenacke</cp:lastModifiedBy>
  <cp:revision>1</cp:revision>
  <dcterms:created xsi:type="dcterms:W3CDTF">2026-09-11T17:58:40Z</dcterms:created>
  <dcterms:modified xsi:type="dcterms:W3CDTF">2026-09-11T17:58:40Z</dcterms:modified>
</cp:coreProperties>
</file>