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498080" y="-914400"/>
            <a:ext cx="5943600" cy="5943600"/>
          </a:xfrm>
          <a:prstGeom prst="arc">
            <a:avLst/>
          </a:prstGeom>
          <a:solidFill>
            <a:srgbClr val="2F6FAD">
              <a:alpha val="84000"/>
            </a:srgbClr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4434840"/>
            <a:ext cx="2468880" cy="2468880"/>
          </a:xfrm>
          <a:prstGeom prst="ellipse">
            <a:avLst/>
          </a:prstGeom>
          <a:solidFill>
            <a:srgbClr val="2C7A7B">
              <a:alpha val="75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43584"/>
            <a:ext cx="1051560" cy="0"/>
          </a:xfrm>
          <a:prstGeom prst="line">
            <a:avLst/>
          </a:prstGeom>
          <a:noFill/>
          <a:ln w="50800">
            <a:solidFill>
              <a:srgbClr val="6FB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58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9CD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444752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Kreisbewegung, Gravitation und physikalische Weltbilder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33467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Wiederholungspräsentation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lebendes Dokument: Nach jeder Stunde wächst der Rückblick um eine neue Folie.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50749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1B405E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2120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EA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Kernideen · Begriffe · Beziehungen · Schnellcheck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C1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Physik NRW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bleibt hängen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541324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920240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29384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91056" y="1810512"/>
            <a:ext cx="4251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Gleichförmige Kreisbewegungen mit Periodendauer, Frequenz und Winkelgeschwindigkeit beschreiben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5257800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920240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929384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05472" y="1810512"/>
            <a:ext cx="4096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Zentripetalbeschleunigung und Zentripetalkraft herleiten und anwenden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2999232"/>
            <a:ext cx="541324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273552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282696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91056" y="3163824"/>
            <a:ext cx="4251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Gravitation auf Himmelskörper übertragen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2784" y="2999232"/>
            <a:ext cx="5257800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273552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282696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05472" y="3163824"/>
            <a:ext cx="4096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Keplersche Gesetzmäßigkeiten zur Beschreibung von Bahnen nutzen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" y="4352544"/>
            <a:ext cx="10872216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626864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636008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91056" y="4517136"/>
            <a:ext cx="97109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Historische Weltbilder und den Übergang zu relativistischen Vorstellungen reflektieren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WERKZEUGKASTEN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Modelle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27632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Periodendauer 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77824" y="2157984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 für einen vollständigen Umlauf.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16276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27632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Frequenz 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2157984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Anzahl der Umläufe pro Sekunde.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200400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346704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Winkelgeschwindigkeit ω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77824" y="3730752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Winkeländerung pro Zeit.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72784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200400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346704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Zentripetalkraft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3730752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Resultierende, zum Kreismittelpunkt gerichtete Kraft.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" y="477316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773168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9194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Gravitationsfeld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77824" y="5303520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Raumbereich, in dem Massen Gravitationskräfte erfahren.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72784" y="477316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4773168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9194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Weltbild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92240" y="5303520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Übergeordnetes Modell zur Beschreibung von Natur und Kosmos.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ZUSAMMENHÄNGE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Formeln, Beziehungen und zentrale Aussagen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18488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46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Bahngeschwindigkeit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859536" y="2093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Bei gleichförmiger Kreisbewegung bleibt der Betrag von v konstant, die Richtung ändert sich ständig.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859536" y="2697480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7157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= 2πr/T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272784" y="1618488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46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Winkelgeschwindigkeit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473952" y="2093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Frequenz und Periodendauer bestimmen ω.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473952" y="2697480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7157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 = 2π/T = 2πf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58368" y="3182112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31012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Zentripetalbeschleunigung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859536" y="3657600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 zeigt zum Mittelpunkt.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859536" y="426110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27939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a_z = v²/r = ω²r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272784" y="3182112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31012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Gravitation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6473952" y="3657600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Zwei Massen ziehen sich mit einer Kraft an, die mit 1/r² abnimmt.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6473952" y="426110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27939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F_G = G·m₁m₂/r²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58368" y="4745736"/>
            <a:ext cx="1100937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48737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Zeitdilatation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859536" y="5221224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Spezielle Relativität zeigt Grenzen des klassischen Zeitbegriffs.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859536" y="5733288"/>
            <a:ext cx="4032504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751576"/>
            <a:ext cx="38084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qualitativ: bewegte Uhren gehen relativ langsamer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ABRUFÜBUNG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Schnellcheck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581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Ohne Unterlagen beantworten – erst danach gemeinsam prüfen.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368296"/>
            <a:ext cx="548640" cy="548640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3865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55648" y="228600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ist auch bei konstantem Geschwindigkeitsbetrag eine Kreisbewegung beschleunigt?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9808" y="338328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602736"/>
            <a:ext cx="548640" cy="54864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6210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55648" y="352044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Kraft kann in einem konkreten Beispiel die Zentripetalkraft liefern?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9808" y="461772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4837176"/>
            <a:ext cx="548640" cy="548640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8554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55648" y="475488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änderte sich beim Übergang vom geozentrischen zum heliozentrischen Weltbild?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96512" y="59436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6016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Erklären ist stärker als nur nennen.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FORTSCHREIBEN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Stundenrückblick – Vorlage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5413248" cy="1627632"/>
          </a:xfrm>
          <a:prstGeom prst="roundRect">
            <a:avLst>
              <a:gd name="adj" fmla="val 4494"/>
            </a:avLst>
          </a:prstGeom>
          <a:solidFill>
            <a:srgbClr val="EAF3FB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45920"/>
            <a:ext cx="73152" cy="162763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92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Heute neu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2176272"/>
            <a:ext cx="499262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max. 3 zentrale Erkenntnisse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eigenen Worten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Bezug zum Vorwissen herstellen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6F4F1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45920"/>
            <a:ext cx="73152" cy="162763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92224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/ Beobachtung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176272"/>
            <a:ext cx="4837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prägnanter Versuch, Messwert, Graph oder Alltagsbezug als Anker für die Stunde.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5413248" cy="1627632"/>
          </a:xfrm>
          <a:prstGeom prst="roundRect">
            <a:avLst>
              <a:gd name="adj" fmla="val 4494"/>
            </a:avLst>
          </a:prstGeom>
          <a:solidFill>
            <a:srgbClr val="FFF3DE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520440"/>
            <a:ext cx="73152" cy="1627632"/>
          </a:xfrm>
          <a:prstGeom prst="rect">
            <a:avLst/>
          </a:prstGeom>
          <a:solidFill>
            <a:srgbClr val="D9902F"/>
          </a:solidFill>
          <a:ln w="12700">
            <a:solidFill>
              <a:srgbClr val="D9902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6667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Merksatz / Formel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" y="4050792"/>
            <a:ext cx="4992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Genau eine zentrale Aussage oder Beziehung festhalten – möglichst mit Bedeutung der Größen.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72784" y="352044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BF4ED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520440"/>
            <a:ext cx="73152" cy="162763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666744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2-Minuten-Check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050792"/>
            <a:ext cx="483717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kurze Abruffragen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möglichst ohne Unterlagen lösbar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Anwendung oder Erklärung einbauen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1691640" y="5541264"/>
            <a:ext cx="879652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5687568"/>
            <a:ext cx="8375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Codex-Workflow: neue Stunde in praesentation.json → lessons ergänzen → npm run build:pptx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Kreisbewegung, Gravitation und physikalische Weltbilder – Wiederholung</dc:title>
  <dc:subject>Fortlaufende Wiederholung: Kreisbewegung, Gravitation und physikalische Weltbilder</dc:subject>
  <dc:creator>Jonathan Hardenacke</dc:creator>
  <cp:lastModifiedBy>Jonathan Hardenacke</cp:lastModifiedBy>
  <cp:revision>1</cp:revision>
  <dcterms:created xsi:type="dcterms:W3CDTF">2026-09-11T17:58:40Z</dcterms:created>
  <dcterms:modified xsi:type="dcterms:W3CDTF">2026-09-11T17:58:40Z</dcterms:modified>
</cp:coreProperties>
</file>