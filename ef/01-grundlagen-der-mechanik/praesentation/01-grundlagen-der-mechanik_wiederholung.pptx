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Grundlagen der Mechanik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Bewegungen experimentell erfassen und mit Funktionen modellieren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Gleichförmige und gleichmäßig beschleunigte Bewegungen unterscheiden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Kräfte vektoriell analysieren und Newtonsche Gesetze anwenden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Arbeit, Energie und Leistung bilanzieren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Impuls und Impulserhaltung auf Stoßprozesse anwenden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Geschwindigkeit v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Zeitliche Änderung des Ortes.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Beschleunigung 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Zeitliche Änderung der Geschwindigkeit.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 F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Ursache für Beschleunigungsänderungen im Newtonschen Modell.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Arbeit W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Energieübertragung durch eine Kraft entlang eines Weges.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Impuls p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Produkt aus Masse und Geschwindigkeit; vektorielle Erhaltungsgröße.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Festgelegter Ausschnitt der Welt, für den Bilanzen aufgestellt werden.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Gleichförmige Bewegung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 konstanter Geschwindigkeit ist s(t) linear.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= s₀ + v · t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Gleichmäßig beschleunigte Bewegung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 konstanter Beschleunigung ist v(t) linear und s(t) quadratisch.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798064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 = v₀ + a·t;  s = s₀ + v₀t + ½at²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Newton II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 resultierende Kraft bestimmt die Beschleunigung.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ΣF = m · a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Mechanische Energieformen können ineinander umgewandelt werden.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13969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2020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E_kin = ½mv²;  E_pot = mgh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658368" y="4745736"/>
            <a:ext cx="11009376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48737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Impuls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859536" y="52212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einem abgeschlossenen System bleibt der Gesamtimpuls erhalten.</a:t>
            </a:r>
            <a:endParaRPr lang="en-US" sz="1270" dirty="0"/>
          </a:p>
        </p:txBody>
      </p:sp>
      <p:sp>
        <p:nvSpPr>
          <p:cNvPr id="32" name="Shape 30"/>
          <p:cNvSpPr/>
          <p:nvPr/>
        </p:nvSpPr>
        <p:spPr>
          <a:xfrm>
            <a:off x="859536" y="5733288"/>
            <a:ext cx="2139696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" y="5751576"/>
            <a:ext cx="20208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m·v;  Σp_vor = Σp_nach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erkennt man konstante Beschleunigung in v-t- und s-t-Diagrammen?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Wann darfst du ΣF = m·a direkt anwenden?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Systemgrenze ist bei einer Impulsbilanz sinnvoll?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Grundlagen der Mechanik – Wiederholung</dc:title>
  <dc:subject>Fortlaufende Wiederholung: Grundlagen der Mechanik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