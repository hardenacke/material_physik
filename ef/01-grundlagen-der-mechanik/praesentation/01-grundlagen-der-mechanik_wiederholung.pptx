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Grundlagen der Mechanik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Grundlagen der Mechanik (EF)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Kinematik: gleichförmige/gleichmäßig beschleunigte Bewegung; freier Fall; waagerechter Wurf; vektorielle Größen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Dynamik: Newtonsche Gesetze; beschleunigende Kräfte; Kräftegleichgewicht; Reibungskräfte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Erhaltungssätze: Impuls; mechanische Energie; Energiebilanzen; Stoßvorgänge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Bewegungen experimentell erfassen und mit Funktionen modellieren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Gleichförmige und gleichmäßig beschleunigte Bewegungen unterscheiden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Kräfte vektoriell analysieren und Newtonsche Gesetze anwenden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Arbeit, Energie und Leistung bilanzieren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2022 · S. 26–27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Auto fährt 10 s lang mit konstantem Tempo geradeaus. Ist seine Beschleunigung 0 oder ungleich 0?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Fahrrad wird schneller. Ist seine Beschleunigung 0 oder ungleich 0?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SI-Einheit hat die Geschwindigkeit?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zeigt die Steigung in einem s-t-Diagramm?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bedeutet eine resultierende Kraft von 0 N für die Bewegung?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Geschwindigkeit v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Zeitliche Änderung des Ortes.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m/s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Beschleunigung a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Zeitliche Änderung der Geschwindigkeit.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m/s²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Kraft F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Ursache einer Beschleunigung im Newtonschen Modell.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Impuls p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Produkt aus Masse und Geschwindigkeit; vektorielle Erhaltungsgröße.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kg·m/s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p = m·v;  Σp_vor = Σp_nach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Fahrrad legt 120 m in 10 s gleichförmig zurück. Berechne v.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Auto erhöht seine Geschwindigkeit in 3 s von 5 m/s auf 20 m/s. Berechne 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Einkaufswagen mit m = 2 kg wird mit der resultierenden Kraft F = 10 N beschleunigt. Berechne 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Ball verlässt waagerecht eine 5,0 m hohe Plattform mit v_x = 8,0 m/s; g ≈ 10 m/s². Bestimme Fallzeit und Wurfweite.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Bei einem vollständig unelastischen Stoß bleibt der Gesamtimpuls eines abgeschlossenen Systems erhalten, die kinetische Energie aber nicht. Erkläre, wohin ein Teil der kinetischen Energie geht.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v-t-Diagramm einer gleichmäßig beschleunigten Bewegung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44752" y="5340096"/>
            <a:ext cx="0" cy="-3355848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44752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-1,12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501134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40969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2,94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662172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707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823210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273177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11,1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752" y="1984248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1892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5669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/ 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/ m/s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444752" y="4695376"/>
            <a:ext cx="1572768" cy="-61992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4075454"/>
            <a:ext cx="1572768" cy="-61992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3455531"/>
            <a:ext cx="1572768" cy="-61992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2835608"/>
            <a:ext cx="1572768" cy="-61992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99032" y="464965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402973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44568" y="3409811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278988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104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7335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v(t)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Bestimme a aus der Steigung.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Strecke entspricht der Fläche unter v(t) zwischen 0 und 4 s?</a:t>
            </a:r>
            <a:endParaRPr lang="en-US" sz="1320" dirty="0"/>
          </a:p>
        </p:txBody>
      </p:sp>
      <p:sp>
        <p:nvSpPr>
          <p:cNvPr id="48" name="Shape 46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51" name="Text 49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a=0; a≠0; m/s; die Steigung ist die Geschwindigkeit v; bei ΣF=0 bleibt der Bewegungszustand unverändert (Ruhe oder gleichförmig-geradlinige Bewegung).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12 m/s.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5 m/s².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5 m/s².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Anwendung: t = 1,0 s; x = 8,0 m.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Konzeptfrage: Ein Teil der kinetischen Energie wird z. B. in Verformungsenergie, thermische Energie und Schall umgewandelt; der Gesamtimpuls bleibt im abgeschlossenen System erhalten.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Erkläre, warum Energieerhaltung und Impulserhaltung bei einem Stoß unterschiedliche Aussagen sind.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Mechanik – Wiederholung</dc:title>
  <dc:subject>KLP-basierte Wiederholung: Grundlagen der Mechanik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