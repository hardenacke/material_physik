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 und Energie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Kräfte als Wechselwirkungen und Vektoren beschreiben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 und Gegenkraft sowie Kräftegleichgewicht unterscheiden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Gewichtskraft und Reibung analysieren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Energieformen und Energieumwandlungen bilanzieren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Arbeit, Energie und Leistung in einfachen Situationen berechnen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 F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Vektorielle Größe, die Bewegungszustände ändern oder Körper verformen kann.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Masse m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Maß für die Trägheit eines Körpers.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Gewichtskraft F_G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Gravitationskraft auf einen Körper nahe der Erdoberfläche.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Fähigkeit eines Systems, Veränderungen hervorzurufen; in geschlossenen Systemen erhalten.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Arbeit W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Mechanische Energieübertragung durch eine Kraft entlang eines Weges.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Leistung P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Umgesetzte Energie bzw. verrichtete Arbeit pro Zeit.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Gewichtskraft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Nahe der Erdoberfläche ist die Gewichtskraft proportional zur Masse.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F_G = m · g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Lageenergie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Höhenänderung verändert die gravitative Lageenergie.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E_pot = m · g · h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Energieerhaltung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 kann umgewandelt und übertragen, aber nicht erzeugt oder vernichtet werden.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3456432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32644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E_gesamt = konstant (geschlossenes System)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Leistung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Gleiche Arbeit in kürzerer Zeit bedeutet größere Leistung.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221992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209854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W / Δt bzw. P = ΔE / Δt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sind Kraft und Gegenkraft kein Kräftegleichgewicht an einem Körper?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Energieumwandlungen treten bei einer fallenden Kugel auf?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bedeutet eine Leistung von 100 W?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Kraft und Energie – Wiederholung</dc:title>
  <dc:subject>Fortlaufende Wiederholung: Kraft und Energie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