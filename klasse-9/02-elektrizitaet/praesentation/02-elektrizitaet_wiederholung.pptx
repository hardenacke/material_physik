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Elektrizität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Spannung, Stromstärke und Widerstand unterscheiden und messen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Stromkreise mit Modellen erklären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Ohmsches Verhalten untersuchen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Reihen- und Parallelschaltungen quantitativ beschreiben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Energie, Leistung und Sicherheit im Haushalt einordnen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Spannung U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für den Energieunterschied pro Ladung zwischen zwei Punkten.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Stromstärke I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Ladungsmenge pro Zeit, die einen Leiterquerschnitt passiert.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Widerstand 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dafür, wie stark ein Bauteil den Stromfluss hemmt.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Elektrisches Feld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Raumbereich, in dem Kräfte auf elektrische Ladungen wirken.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Reihenschaltung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Bauteile hintereinander; gleicher Strom durch alle Bauteile.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Parallelschaltung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Bauteile in Zweigen; gleiche Spannung an den Zweigen.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Ohmsches Gesetz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Für ohmsche Widerstände ist U proportional zu I.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 = R · I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Leistung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Leistung eines elektrischen Geräts ergibt sich aus Spannung und Stromstärke.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U · I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Elektrische Energie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konstanter Leistung wächst die umgesetzte Energie linear mit der Zeit.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= P · t = U · I · t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Reihenschaltung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Widerstände addieren sich.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R_ges = R₁ + R₂ + …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658368" y="4745736"/>
            <a:ext cx="11009376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4873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Parallelschaltung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859536" y="52212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 Kehrwerte der Widerstände addieren sich.</a:t>
            </a:r>
            <a:endParaRPr lang="en-US" sz="1270" dirty="0"/>
          </a:p>
        </p:txBody>
      </p:sp>
      <p:sp>
        <p:nvSpPr>
          <p:cNvPr id="32" name="Shape 30"/>
          <p:cNvSpPr/>
          <p:nvPr/>
        </p:nvSpPr>
        <p:spPr>
          <a:xfrm>
            <a:off x="859536" y="5733288"/>
            <a:ext cx="205740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" y="5751576"/>
            <a:ext cx="19431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1/R_ges = 1/R₁ + 1/R₂ + …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misst ein Voltmeter und wie wird es angeschlossen?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Wann gilt U = R·I als Ohmsches Gesetz?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sind Haushaltsgeräte parallel geschaltet?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Elektrizität – Wiederholung</dc:title>
  <dc:subject>Fortlaufende Wiederholung: Elektrizität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