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143000"/>
            <a:ext cx="5303520" cy="5303520"/>
          </a:xfrm>
          <a:prstGeom prst="ellipse">
            <a:avLst/>
          </a:prstGeom>
          <a:solidFill>
            <a:srgbClr val="4C88C2">
              <a:alpha val="88000"/>
            </a:srgbClr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29800" y="4251960"/>
            <a:ext cx="2514600" cy="2514600"/>
          </a:xfrm>
          <a:prstGeom prst="ellipse">
            <a:avLst/>
          </a:prstGeom>
          <a:solidFill>
            <a:srgbClr val="2C7A7B">
              <a:alpha val="80000"/>
            </a:srgbClr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61872"/>
            <a:ext cx="1051560" cy="0"/>
          </a:xfrm>
          <a:prstGeom prst="line">
            <a:avLst/>
          </a:prstGeom>
          <a:noFill/>
          <a:ln w="50800">
            <a:solidFill>
              <a:srgbClr val="6DB2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58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D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8641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Elektrizität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49808" y="3246120"/>
            <a:ext cx="6309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KLP-basierte Wiederholung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776472"/>
            <a:ext cx="7132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ED2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Vom sicheren Abruf über einfache Anwendungen bis zum Transfer.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4892040"/>
            <a:ext cx="4617720" cy="658368"/>
          </a:xfrm>
          <a:prstGeom prst="roundRect">
            <a:avLst>
              <a:gd name="adj" fmla="val 8333"/>
            </a:avLst>
          </a:prstGeom>
          <a:solidFill>
            <a:srgbClr val="1E425F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50749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E2EE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Abrufen    2  Verstehen    3  Rechnen    4  Transfer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749808" y="62179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9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KLP-Recherche: 2026-09-12</a:t>
            </a:r>
            <a:endParaRPr lang="en-US" sz="9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KLP-KOMPASS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Inhaltsfeld 9: Elektrizität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9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649224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4297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Verbindliche fachliche Schwerpunkte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6126480" cy="3675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Elektrostatik: elektrische Ladungen und Felder, Spannung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Stromkreise: Elektronen-Atomrumpf-Modell, Strom, Widerstand, Reihen-/Parallelschaltung, Sicherheitsvorrichtungen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Elektrische Energie und Leistung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60920" y="1600200"/>
            <a:ext cx="4160520" cy="2029968"/>
          </a:xfrm>
          <a:prstGeom prst="roundRect">
            <a:avLst>
              <a:gd name="adj" fmla="val 2703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60920" y="1600200"/>
            <a:ext cx="68580" cy="202996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62088" y="171907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du am Ende können sollst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562088" y="2093976"/>
            <a:ext cx="3794760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Spannung, Stromstärke und Widerstand unterscheiden und messen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Elektrische Stromkreise mit Modellen erklären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Ohmsches Verhalten untersuchen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Reihen- und Parallelschaltungen quantitativ beschreiben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60920" y="3840480"/>
            <a:ext cx="4160520" cy="2057400"/>
          </a:xfrm>
          <a:prstGeom prst="roundRect">
            <a:avLst>
              <a:gd name="adj" fmla="val 2667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60920" y="3840480"/>
            <a:ext cx="68580" cy="2057400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62088" y="395935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Lernweg dieser Präsentation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562088" y="4334256"/>
            <a:ext cx="379476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sehr leichte Abruffragen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Begriffe und Formeln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und Grafik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3232" y="606247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 Physik NRW 2019 · S. 39–41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1 · ABRUFEN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Leichter Einstieg → sicherer Abruf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9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721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Fragen 1–2 sind bewusst sehr leicht. Danach wird der Abruf schrittweise fachlicher.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56232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" y="1938528"/>
            <a:ext cx="493776" cy="493776"/>
          </a:xfrm>
          <a:prstGeom prst="ellipse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194767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9344" y="1947672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Größe misst man parallel zu einem Bauteil?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9808" y="2670048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3544" y="2752344"/>
            <a:ext cx="493776" cy="493776"/>
          </a:xfrm>
          <a:prstGeom prst="ellipse">
            <a:avLst/>
          </a:prstGeom>
          <a:solidFill>
            <a:srgbClr val="4C88C2"/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" y="27614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9344" y="2761488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Größe misst man in Reihe im Stromkreis?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9808" y="3483864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" y="3566160"/>
            <a:ext cx="493776" cy="493776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3575304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9344" y="3575304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Wie lautet die Definition R = …?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" y="4297680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" y="4379976"/>
            <a:ext cx="493776" cy="493776"/>
          </a:xfrm>
          <a:prstGeom prst="ellipse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" y="438912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09344" y="4389120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bleibt in einer Reihenschaltung an allen Bauteilen gleich?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9808" y="5111496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" y="5193792"/>
            <a:ext cx="493776" cy="493776"/>
          </a:xfrm>
          <a:prstGeom prst="ellipse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" y="5202936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09344" y="5202936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Nenne eine Sicherheitsvorrichtung der Hausinstallation.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2 · VERSTEHEN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Fachbegriffe und Formeln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9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1938528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Spannung U</a:t>
            </a:r>
            <a:endParaRPr lang="en-US" sz="153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Energieunterschied pro Ladung zwischen zwei Punkten.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V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1600200"/>
            <a:ext cx="68580" cy="193852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Stromstärke I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6382512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Ladungsmenge pro Zeit durch einen Leiterquerschnitt.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822192"/>
            <a:ext cx="68580" cy="1938528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Widerstand R</a:t>
            </a:r>
            <a:endParaRPr lang="en-US" sz="1530" dirty="0"/>
          </a:p>
        </p:txBody>
      </p:sp>
      <p:sp>
        <p:nvSpPr>
          <p:cNvPr id="20" name="Text 18"/>
          <p:cNvSpPr/>
          <p:nvPr/>
        </p:nvSpPr>
        <p:spPr>
          <a:xfrm>
            <a:off x="859536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Quotient aus Spannung und Stromstärke; Hemmung des Stromflusses.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81344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81344" y="3822192"/>
            <a:ext cx="68580" cy="1938528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Leistung P</a:t>
            </a:r>
            <a:endParaRPr lang="en-US" sz="1530" dirty="0"/>
          </a:p>
        </p:txBody>
      </p:sp>
      <p:sp>
        <p:nvSpPr>
          <p:cNvPr id="24" name="Text 22"/>
          <p:cNvSpPr/>
          <p:nvPr/>
        </p:nvSpPr>
        <p:spPr>
          <a:xfrm>
            <a:off x="6382512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Elektrische Energie pro Zeit.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W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Beziehung: P = U · I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3 · ANWENDEN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 und Rechenbeispiele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9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Rechne zunächst mit bewusst einfachen Zahlen und klaren Einzelschritten.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865376"/>
            <a:ext cx="68580" cy="112471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1984248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3591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einem Widerstand liegen 12 V an; R = 6 Ω. Berechne I.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50976" y="2560320"/>
            <a:ext cx="3566160" cy="246888"/>
          </a:xfrm>
          <a:prstGeom prst="roundRect">
            <a:avLst>
              <a:gd name="adj" fmla="val 1481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2F6FAD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2596896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Tipp: I = U/R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749808" y="3227832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227832"/>
            <a:ext cx="68580" cy="1124712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3346704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0976" y="3721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Gerät wird mit 230 V betrieben und nimmt 2 A auf. Berechne P.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50976" y="3922776"/>
            <a:ext cx="3566160" cy="246888"/>
          </a:xfrm>
          <a:prstGeom prst="roundRect">
            <a:avLst>
              <a:gd name="adj" fmla="val 1481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2C7A7B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395935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2C7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Tipp: P = U·I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749808" y="4590288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" y="4590288"/>
            <a:ext cx="68580" cy="1124712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" y="470916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50976" y="508406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2-kW-Heizgerät läuft 30 min. Wie viel elektrische Energie nutzt es in kWh?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50976" y="5285232"/>
            <a:ext cx="3566160" cy="246888"/>
          </a:xfrm>
          <a:prstGeom prst="roundRect">
            <a:avLst>
              <a:gd name="adj" fmla="val 1481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78C24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0704" y="532180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D78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Tipp: E = P·t; 30 min = 0,5 h</a:t>
            </a:r>
            <a:endParaRPr lang="en-US" sz="10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4 · TRANSFER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Jetzt verknüpfen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9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 musst du mehr als einen Gedanken verbinden oder das Modell begründet anwenden.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938528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F2EEF8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938528"/>
            <a:ext cx="68580" cy="1600200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05740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 / Transfer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432304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Zwei Widerstände 10 Ω und 20 Ω liegen in Reihe. Bestimme R_ges und die Stromstärke bei 12 V.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840480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EDF5E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840480"/>
            <a:ext cx="68580" cy="1600200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959352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 · Warum?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" y="4334256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Gerät benötigt 1,0 kWh. Bei 0,35 €/kWh: Welche Kosten entstehen? Beurteile anschließend, warum die Leistungsangabe allein die Kosten nicht festlegt.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926080" y="5833872"/>
            <a:ext cx="6336792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5925312"/>
            <a:ext cx="5989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Strategie: Gegeben → Gesucht → Modell/Formel → Ergebnis → Plausibilität</a:t>
            </a:r>
            <a:endParaRPr lang="en-US" sz="10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5 · DARSTELLEN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U-I-Kennlinie eines ohmschen Widerstands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9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572768"/>
            <a:ext cx="754380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4752" y="5340096"/>
            <a:ext cx="6291072" cy="0"/>
          </a:xfrm>
          <a:prstGeom prst="line">
            <a:avLst/>
          </a:prstGeom>
          <a:noFill/>
          <a:ln w="17780">
            <a:solidFill>
              <a:srgbClr val="20304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444752" y="5340096"/>
            <a:ext cx="0" cy="-3355848"/>
          </a:xfrm>
          <a:prstGeom prst="line">
            <a:avLst/>
          </a:prstGeom>
          <a:noFill/>
          <a:ln w="17780">
            <a:solidFill>
              <a:srgbClr val="20304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444752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44752" y="5340096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68680" y="524865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-0,8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17520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4752" y="4501134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68680" y="440969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2,1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90288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44752" y="3662172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61688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68680" y="357073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63056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44752" y="2823210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34456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68680" y="273177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7,9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735824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44752" y="1984248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07224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68680" y="18928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10,8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501384" y="56692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/ 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68680" y="17556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 / V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444752" y="5108658"/>
            <a:ext cx="1572768" cy="-723243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17520" y="4385415"/>
            <a:ext cx="1572768" cy="-723243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90288" y="3662172"/>
            <a:ext cx="1572768" cy="-723243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63056" y="2938929"/>
            <a:ext cx="1572768" cy="-723243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99032" y="506293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71800" y="4339695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44568" y="361645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17336" y="2893209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90104" y="216996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73352" y="56235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Messwerte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8412480" y="1572768"/>
            <a:ext cx="3108960" cy="2011680"/>
          </a:xfrm>
          <a:prstGeom prst="roundRect">
            <a:avLst>
              <a:gd name="adj" fmla="val 2727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412480" y="1572768"/>
            <a:ext cx="68580" cy="2011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13648" y="169164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Auswerten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8613648" y="2066544"/>
            <a:ext cx="274320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Ist der Widerstand ohmsch?</a:t>
            </a:r>
            <a:endParaRPr lang="en-US" sz="1320" dirty="0"/>
          </a:p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Bestimme R aus der Steigung U/I.</a:t>
            </a:r>
            <a:endParaRPr lang="en-US" sz="1320" dirty="0"/>
          </a:p>
        </p:txBody>
      </p:sp>
      <p:sp>
        <p:nvSpPr>
          <p:cNvPr id="48" name="Shape 46"/>
          <p:cNvSpPr/>
          <p:nvPr/>
        </p:nvSpPr>
        <p:spPr>
          <a:xfrm>
            <a:off x="8412480" y="3794760"/>
            <a:ext cx="3108960" cy="2304288"/>
          </a:xfrm>
          <a:prstGeom prst="roundRect">
            <a:avLst>
              <a:gd name="adj" fmla="val 2381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412480" y="3794760"/>
            <a:ext cx="68580" cy="230428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13648" y="3913632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Darstellungssprache</a:t>
            </a:r>
            <a:endParaRPr lang="en-US" sz="1430" dirty="0"/>
          </a:p>
        </p:txBody>
      </p:sp>
      <p:sp>
        <p:nvSpPr>
          <p:cNvPr id="51" name="Text 49"/>
          <p:cNvSpPr/>
          <p:nvPr/>
        </p:nvSpPr>
        <p:spPr>
          <a:xfrm>
            <a:off x="8613648" y="4288536"/>
            <a:ext cx="2743200" cy="1682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Achsen + Einheiten prüfen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beschreiben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Fachbegriff/Formel begründen</a:t>
            </a:r>
            <a:endParaRPr lang="en-US" sz="12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SICHERUNG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Lösungen und Exit-Ticket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9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4475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Erst nach eigener Bearbeitung einblenden.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810512"/>
            <a:ext cx="68580" cy="1060704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859536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Warm-up: Spannung; Stromstärke; U/I; Stromstärke; z. B. Sicherung/FI/Schutzleiter.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181344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1810512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382512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1: 2 A.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658368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859536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2: 460 W.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6181344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1344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6382512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3: 1,0 kWh.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658368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859536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1: R_ges = 30 Ω; I = 0,4 A.</a:t>
            </a:r>
            <a:endParaRPr lang="en-US" sz="1160" dirty="0"/>
          </a:p>
        </p:txBody>
      </p:sp>
      <p:sp>
        <p:nvSpPr>
          <p:cNvPr id="30" name="Shape 28"/>
          <p:cNvSpPr/>
          <p:nvPr/>
        </p:nvSpPr>
        <p:spPr>
          <a:xfrm>
            <a:off x="6181344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1344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6382512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2: 0,35 €; Kosten hängen von Leistung und Nutzungsdauer ab.</a:t>
            </a: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749808" y="5650992"/>
            <a:ext cx="10607040" cy="612648"/>
          </a:xfrm>
          <a:prstGeom prst="roundRect">
            <a:avLst>
              <a:gd name="adj" fmla="val 8955"/>
            </a:avLst>
          </a:prstGeom>
          <a:solidFill>
            <a:srgbClr val="FFF4DE"/>
          </a:solidFill>
          <a:ln w="15240">
            <a:solidFill>
              <a:srgbClr val="D78C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58155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8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664208" y="5733288"/>
            <a:ext cx="9418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Erkläre in einem Satz den Unterschied zwischen Widerstandsdefinition und Ohmschem Gesetz.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Elektrizität – Wiederholung</dc:title>
  <dc:subject>KLP-basierte Wiederholung: Elektrizität</dc:subject>
  <dc:creator>Jonathan Hardenacke</dc:creator>
  <cp:lastModifiedBy>Jonathan Hardenacke</cp:lastModifiedBy>
  <cp:revision>1</cp:revision>
  <dcterms:created xsi:type="dcterms:W3CDTF">2026-09-12T09:38:45Z</dcterms:created>
  <dcterms:modified xsi:type="dcterms:W3CDTF">2026-09-12T09:38:45Z</dcterms:modified>
</cp:coreProperties>
</file>