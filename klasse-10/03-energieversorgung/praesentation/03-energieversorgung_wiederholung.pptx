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498080" y="-914400"/>
            <a:ext cx="5943600" cy="5943600"/>
          </a:xfrm>
          <a:prstGeom prst="arc">
            <a:avLst/>
          </a:prstGeom>
          <a:solidFill>
            <a:srgbClr val="2F6FAD">
              <a:alpha val="84000"/>
            </a:srgbClr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4434840"/>
            <a:ext cx="2468880" cy="2468880"/>
          </a:xfrm>
          <a:prstGeom prst="ellipse">
            <a:avLst/>
          </a:prstGeom>
          <a:solidFill>
            <a:srgbClr val="2C7A7B">
              <a:alpha val="75000"/>
            </a:srgbClr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243584"/>
            <a:ext cx="1051560" cy="0"/>
          </a:xfrm>
          <a:prstGeom prst="line">
            <a:avLst/>
          </a:prstGeom>
          <a:noFill/>
          <a:ln w="50800">
            <a:solidFill>
              <a:srgbClr val="6FB4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6583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A9CD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444752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Energieversorgung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49808" y="334670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C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Wiederholungspräsentation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49808" y="384048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FD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lebendes Dokument: Nach jeder Stunde wächst der Rückblick um eine neue Folie.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" y="507492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1B405E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521208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DEA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Kernideen · Begriffe · Beziehungen · Schnellcheck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49808" y="6236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C1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Physik NRW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ORIENTIERUNG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 bleibt hängen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784080" y="33832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10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11045952" cy="0"/>
          </a:xfrm>
          <a:prstGeom prst="line">
            <a:avLst/>
          </a:prstGeom>
          <a:noFill/>
          <a:ln w="12700">
            <a:solidFill>
              <a:srgbClr val="C8D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645920"/>
            <a:ext cx="5413248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1920240"/>
            <a:ext cx="576072" cy="57607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929384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91056" y="1810512"/>
            <a:ext cx="4251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Elektromagnetische Induktion als Grundlage der Spannungserzeugung erklären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645920"/>
            <a:ext cx="5257800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3952" y="1920240"/>
            <a:ext cx="576072" cy="57607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929384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05472" y="1810512"/>
            <a:ext cx="409651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Generator, Elektromotor und Transformator funktional beschreiben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" y="2999232"/>
            <a:ext cx="5413248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" y="3273552"/>
            <a:ext cx="576072" cy="57607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282696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91056" y="3163824"/>
            <a:ext cx="4251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Energieübertragung im Stromnetz begründen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72784" y="2999232"/>
            <a:ext cx="5257800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3952" y="3273552"/>
            <a:ext cx="576072" cy="57607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3282696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05472" y="3163824"/>
            <a:ext cx="409651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Wirkungsgrad und Energieentwertung einordnen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8368" y="4352544"/>
            <a:ext cx="10872216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" y="4626864"/>
            <a:ext cx="576072" cy="57607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4636008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91056" y="4517136"/>
            <a:ext cx="971092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Konventionelle und regenerative Energiequellen kriteriengeleitet vergleichen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WERKZEUGKASTEN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Begriffe und Modelle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784080" y="33832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10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11045952" cy="0"/>
          </a:xfrm>
          <a:prstGeom prst="line">
            <a:avLst/>
          </a:prstGeom>
          <a:noFill/>
          <a:ln w="12700">
            <a:solidFill>
              <a:srgbClr val="C8D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62763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27632"/>
            <a:ext cx="73152" cy="141732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73936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Induktion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77824" y="2157984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Entstehung einer elektrischen Spannung durch Änderung des magnetischen Flusses.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72784" y="162763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72784" y="1627632"/>
            <a:ext cx="73152" cy="141732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73936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92240" y="2157984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Wandelt mechanische Energie mithilfe der Induktion in elektrische Energie um.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8368" y="32004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200400"/>
            <a:ext cx="73152" cy="141732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346704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Transformator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77824" y="3730752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Ändert Wechselspannungen mithilfe zweier gekoppelter Spulen.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72784" y="32004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72784" y="3200400"/>
            <a:ext cx="73152" cy="141732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3346704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Wirkungsgrad η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92240" y="3730752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Anteil der zugeführten Energie oder Leistung, der nutzbar umgesetzt wird.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8368" y="4773168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" y="4773168"/>
            <a:ext cx="73152" cy="141732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491947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Wechselspannung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77824" y="5303520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Spannung, deren Richtung und Betrag sich periodisch ändern.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272784" y="4773168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72784" y="4773168"/>
            <a:ext cx="73152" cy="141732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491947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Energieentwertung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492240" y="5303520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Energie bleibt erhalten, wird aber teilweise in weniger gut nutzbare Formen überführt.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ZUSAMMENHÄNGE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Formeln, Beziehungen und zentrale Aussagen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784080" y="33832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10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11045952" cy="0"/>
          </a:xfrm>
          <a:prstGeom prst="line">
            <a:avLst/>
          </a:prstGeom>
          <a:noFill/>
          <a:ln w="12700">
            <a:solidFill>
              <a:srgbClr val="C8D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618488"/>
            <a:ext cx="539496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46504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Induktion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859536" y="2093976"/>
            <a:ext cx="4992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stärkere oder schnellere Änderung des Magnetfelds bzw. Flusses führt meist zu größerer Induktionsspannung.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859536" y="2697480"/>
            <a:ext cx="3374136" cy="237744"/>
          </a:xfrm>
          <a:prstGeom prst="roundRect">
            <a:avLst>
              <a:gd name="adj" fmla="val 1538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715768"/>
            <a:ext cx="31866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Änderung des magnetischen Flusses → U_ind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6272784" y="1618488"/>
            <a:ext cx="539496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46504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Transformator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6473952" y="2093976"/>
            <a:ext cx="4992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Für den idealen Transformator entspricht das Spannungsverhältnis dem Windungsverhältnis.</a:t>
            </a:r>
            <a:endParaRPr lang="en-US" sz="1270" dirty="0"/>
          </a:p>
        </p:txBody>
      </p:sp>
      <p:sp>
        <p:nvSpPr>
          <p:cNvPr id="17" name="Shape 15"/>
          <p:cNvSpPr/>
          <p:nvPr/>
        </p:nvSpPr>
        <p:spPr>
          <a:xfrm>
            <a:off x="6473952" y="2697480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2715768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U₁/U₂ = N₁/N₂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658368" y="3182112"/>
            <a:ext cx="539496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310128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Wirkungsgrad</a:t>
            </a:r>
            <a:endParaRPr lang="en-US" sz="1380" dirty="0"/>
          </a:p>
        </p:txBody>
      </p:sp>
      <p:sp>
        <p:nvSpPr>
          <p:cNvPr id="21" name="Text 19"/>
          <p:cNvSpPr/>
          <p:nvPr/>
        </p:nvSpPr>
        <p:spPr>
          <a:xfrm>
            <a:off x="859536" y="3657600"/>
            <a:ext cx="4992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Wirkungsgrad ist höchstens 1 bzw. 100 %.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859536" y="4261104"/>
            <a:ext cx="2386584" cy="237744"/>
          </a:xfrm>
          <a:prstGeom prst="roundRect">
            <a:avLst>
              <a:gd name="adj" fmla="val 1538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4279392"/>
            <a:ext cx="22539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η = E_nutz/E_zu = P_nutz/P_zu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6272784" y="3182112"/>
            <a:ext cx="539496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3310128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Hochspannung</a:t>
            </a:r>
            <a:endParaRPr lang="en-US" sz="1380" dirty="0"/>
          </a:p>
        </p:txBody>
      </p:sp>
      <p:sp>
        <p:nvSpPr>
          <p:cNvPr id="26" name="Text 24"/>
          <p:cNvSpPr/>
          <p:nvPr/>
        </p:nvSpPr>
        <p:spPr>
          <a:xfrm>
            <a:off x="6473952" y="3657600"/>
            <a:ext cx="4992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Für gleiche Leistung reduziert eine höhere Spannung die nötige Stromstärke und damit Leitungsverluste.</a:t>
            </a:r>
            <a:endParaRPr lang="en-US" sz="1270" dirty="0"/>
          </a:p>
        </p:txBody>
      </p:sp>
      <p:sp>
        <p:nvSpPr>
          <p:cNvPr id="27" name="Shape 25"/>
          <p:cNvSpPr/>
          <p:nvPr/>
        </p:nvSpPr>
        <p:spPr>
          <a:xfrm>
            <a:off x="6473952" y="4261104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4279392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= U · I</a:t>
            </a:r>
            <a:endParaRPr lang="en-US" sz="10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ABRUFÜBUNG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Schnellcheck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784080" y="33832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10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11045952" cy="0"/>
          </a:xfrm>
          <a:prstGeom prst="line">
            <a:avLst/>
          </a:prstGeom>
          <a:noFill/>
          <a:ln w="12700">
            <a:solidFill>
              <a:srgbClr val="C8D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1581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Ohne Unterlagen beantworten – erst danach gemeinsam prüfen.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" y="2148840"/>
            <a:ext cx="105613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2368296"/>
            <a:ext cx="548640" cy="548640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23865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55648" y="2286000"/>
            <a:ext cx="9098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muss sich ändern, damit eine Spannung induziert wird?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49808" y="3383280"/>
            <a:ext cx="105613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602736"/>
            <a:ext cx="548640" cy="548640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6210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55648" y="3520440"/>
            <a:ext cx="9098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wird elektrische Energie über große Entfernungen mit hoher Spannung übertragen?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49808" y="4617720"/>
            <a:ext cx="105613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" y="4837176"/>
            <a:ext cx="548640" cy="548640"/>
          </a:xfrm>
          <a:prstGeom prst="ellipse">
            <a:avLst/>
          </a:prstGeom>
          <a:solidFill>
            <a:srgbClr val="D9902F"/>
          </a:solidFill>
          <a:ln w="12700">
            <a:solidFill>
              <a:srgbClr val="D9902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485546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755648" y="4754880"/>
            <a:ext cx="9098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bedeutet ein Wirkungsgrad von 85 %?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096512" y="5943600"/>
            <a:ext cx="3977640" cy="384048"/>
          </a:xfrm>
          <a:prstGeom prst="roundRect">
            <a:avLst>
              <a:gd name="adj" fmla="val 1190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6016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Tipp: Erklären ist stärker als nur nennen.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FORTSCHREIBEN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Stundenrückblick – Vorlage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784080" y="33832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10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11045952" cy="0"/>
          </a:xfrm>
          <a:prstGeom prst="line">
            <a:avLst/>
          </a:prstGeom>
          <a:noFill/>
          <a:ln w="12700">
            <a:solidFill>
              <a:srgbClr val="C8D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645920"/>
            <a:ext cx="5413248" cy="1627632"/>
          </a:xfrm>
          <a:prstGeom prst="roundRect">
            <a:avLst>
              <a:gd name="adj" fmla="val 4494"/>
            </a:avLst>
          </a:prstGeom>
          <a:solidFill>
            <a:srgbClr val="EAF3FB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45920"/>
            <a:ext cx="73152" cy="162763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922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Heute neu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" y="2176272"/>
            <a:ext cx="499262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max. 3 zentrale Erkenntnisse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eigenen Worten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Bezug zum Vorwissen herstellen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6272784" y="1645920"/>
            <a:ext cx="5257800" cy="1627632"/>
          </a:xfrm>
          <a:prstGeom prst="roundRect">
            <a:avLst>
              <a:gd name="adj" fmla="val 4494"/>
            </a:avLst>
          </a:prstGeom>
          <a:solidFill>
            <a:srgbClr val="E6F4F1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72784" y="1645920"/>
            <a:ext cx="73152" cy="162763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92224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/ Beobachtung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2176272"/>
            <a:ext cx="48371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prägnanter Versuch, Messwert, Graph oder Alltagsbezug als Anker für die Stunde.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5413248" cy="1627632"/>
          </a:xfrm>
          <a:prstGeom prst="roundRect">
            <a:avLst>
              <a:gd name="adj" fmla="val 4494"/>
            </a:avLst>
          </a:prstGeom>
          <a:solidFill>
            <a:srgbClr val="FFF3DE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520440"/>
            <a:ext cx="73152" cy="1627632"/>
          </a:xfrm>
          <a:prstGeom prst="rect">
            <a:avLst/>
          </a:prstGeom>
          <a:solidFill>
            <a:srgbClr val="D9902F"/>
          </a:solidFill>
          <a:ln w="12700">
            <a:solidFill>
              <a:srgbClr val="D9902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66674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Merksatz / Formel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7824" y="4050792"/>
            <a:ext cx="49926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Genau eine zentrale Aussage oder Beziehung festhalten – möglichst mit Bedeutung der Größen.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6272784" y="3520440"/>
            <a:ext cx="5257800" cy="1627632"/>
          </a:xfrm>
          <a:prstGeom prst="roundRect">
            <a:avLst>
              <a:gd name="adj" fmla="val 4494"/>
            </a:avLst>
          </a:prstGeom>
          <a:solidFill>
            <a:srgbClr val="EBF4ED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72784" y="3520440"/>
            <a:ext cx="73152" cy="162763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3666744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2-Minuten-Check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4050792"/>
            <a:ext cx="483717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2–3 kurze Abruffragen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möglichst ohne Unterlagen lösbar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Anwendung oder Erklärung einbauen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1691640" y="5541264"/>
            <a:ext cx="8796528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01952" y="5687568"/>
            <a:ext cx="8375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Codex-Workflow: neue Stunde in praesentation.json → lessons ergänzen → npm run build:pptx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Energieversorgung – Wiederholung</dc:title>
  <dc:subject>Fortlaufende Wiederholung: Energieversorgung</dc:subject>
  <dc:creator>Jonathan Hardenacke</dc:creator>
  <cp:lastModifiedBy>Jonathan Hardenacke</cp:lastModifiedBy>
  <cp:revision>1</cp:revision>
  <dcterms:created xsi:type="dcterms:W3CDTF">2026-09-11T17:58:40Z</dcterms:created>
  <dcterms:modified xsi:type="dcterms:W3CDTF">2026-09-11T17:58:40Z</dcterms:modified>
</cp:coreProperties>
</file>