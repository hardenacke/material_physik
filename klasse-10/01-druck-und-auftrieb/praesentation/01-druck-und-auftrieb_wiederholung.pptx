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Druck und Auftrieb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8: Druck und Auftrieb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Druck in Flüssigkeiten und Gasen: Dichte, Schweredruck, Auftrieb, archimedisches Prinzip, Luftdruck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Druckmessung: Druck und Kraftwirkungen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Druck als Kraftwirkung auf eine Fläche erklären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Dichte als Stoffeigenschaft verwenden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Schweredruck in Flüssigkeiten beschreiben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Auftrieb über Druckunterschiede und das archimedische Prinzip erklären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2019 · S. 38–39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ist die Dichte definiert?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SI-Einheit hat die Dichte?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ist der Druck definiert und welche Einheit hat er?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Wovon hängt der Schweredruck in einer Flüssigkeit ab?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besagt das archimedische Prinzip?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Dichte ρ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Masse pro Volumen; Stoffeigenschaft.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kg/m³ bzw. g/cm³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ρ = m / 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Druck p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Kraft pro Fläche.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Pa = N/m²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p = F / 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Schweredruck p_h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Druck durch das Gewicht einer Flüssigkeitssäule.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Pa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p_h = ρ · g · 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Auftriebskraft F_A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Resultierende Kraft durch Druckunterschiede; entspricht dem Gewicht des verdrängten Mediums.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Rechne zunächst mit bewusst einfachen Zahlen und klaren Einzelschritten.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Körper hat m = 600 g und V = 200 cm³. Berechne seine Dichte.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976" y="2560320"/>
            <a:ext cx="356616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2F6FAD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259689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ρ = m/V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Kraft von 500 N wirkt auf A = 0,020 m². Berechne den Druck.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0976" y="3922776"/>
            <a:ext cx="356616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2C7A7B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95935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C7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p = F/A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Berechne den Schweredruck in 2,0 m Wassertiefe mit ρ = 1000 kg/m³ und g ≈ 10 N/kg.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50976" y="5285232"/>
            <a:ext cx="356616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78C24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" y="532180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p_h = ρ·g·h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vollständig eingetauchter Körper verdrängt 2,0 L Wasser. Berechne die Auftriebskraft mit g ≈ 10 N/kg.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Körper hat eine mittlere Dichte von 800 kg/m³ und liegt in Wasser. Sage voraus, ob er steigt, sinkt oder schwebt, und begründe.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Schweredruck in Wasser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44752" y="5340096"/>
            <a:ext cx="0" cy="-3355848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44752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52486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-3,2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4752" y="4501134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440969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90288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3662172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35707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63056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44752" y="2823210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34456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273177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31,6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35824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44752" y="1984248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8680" y="1892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43,2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01384" y="5669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Tiefe h / 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p_h / kPa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444752" y="5108658"/>
            <a:ext cx="1572768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4385415"/>
            <a:ext cx="1572768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3662172"/>
            <a:ext cx="1572768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63056" y="2938929"/>
            <a:ext cx="1572768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99032" y="506293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4339695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44568" y="361645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17336" y="2893209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0104" y="216996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7335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Wasser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Welcher Zusammenhang ist im Diagramm erkennbar?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Lies den Schweredruck bei 3 m ab.</a:t>
            </a:r>
            <a:endParaRPr lang="en-US" sz="1320" dirty="0"/>
          </a:p>
        </p:txBody>
      </p:sp>
      <p:sp>
        <p:nvSpPr>
          <p:cNvPr id="48" name="Shape 46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51" name="Text 49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ρ = m/V; kg/m³; p = F/A, Pa; Dichte, g und Tiefe; F_A entspricht der Gewichtskraft des verdrängten Mediums.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3,0 g/cm³ = 3000 kg/m³.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25 000 Pa = 25 kPa.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20 000 Pa = 20 kPa.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1: V = 0,002 m³ → F_A = 20 N.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2: Er steigt/schwimmt auf, weil seine mittlere Dichte kleiner als die von Wasser ist.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erzeugt dieselbe Gewichtskraft mit einem Stöckelschuh höheren Druck als mit einem Schneeschuh?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Druck und Auftrieb – Wiederholung</dc:title>
  <dc:subject>KLP-basierte Wiederholung: Druck und Auftrieb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