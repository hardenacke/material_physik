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500000">
            <a:off x="7498080" y="-914400"/>
            <a:ext cx="5943600" cy="5943600"/>
          </a:xfrm>
          <a:prstGeom prst="arc">
            <a:avLst/>
          </a:prstGeom>
          <a:solidFill>
            <a:srgbClr val="2F6FAD">
              <a:alpha val="84000"/>
            </a:srgbClr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46920" y="4434840"/>
            <a:ext cx="2468880" cy="2468880"/>
          </a:xfrm>
          <a:prstGeom prst="ellipse">
            <a:avLst/>
          </a:prstGeom>
          <a:solidFill>
            <a:srgbClr val="2C7A7B">
              <a:alpha val="75000"/>
            </a:srgbClr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243584"/>
            <a:ext cx="1051560" cy="0"/>
          </a:xfrm>
          <a:prstGeom prst="line">
            <a:avLst/>
          </a:prstGeom>
          <a:noFill/>
          <a:ln w="50800">
            <a:solidFill>
              <a:srgbClr val="6FB4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65836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A9CD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10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1444752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Druck und Auftrieb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49808" y="3346704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DCEA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Wiederholungspräsentation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49808" y="384048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BFD3E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lebendes Dokument: Nach jeder Stunde wächst der Rückblick um eine neue Folie.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5074920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1B405E"/>
          </a:solidFill>
          <a:ln w="12700">
            <a:solidFill>
              <a:srgbClr val="315B7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21208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EA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Kernideen · Begriffe · Beziehungen · Schnellcheck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62362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C1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Physik NRW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 bleibt hängen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10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91056" y="1810512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Druck als Kraftwirkung auf eine Fläche erklären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73952" y="1920240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929384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205472" y="1810512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Dichte als Stoffeigenschaft verwenden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8368" y="2999232"/>
            <a:ext cx="5413248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91056" y="3163824"/>
            <a:ext cx="42519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Schweredruck in Flüssigkeiten beschreiben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72784" y="2999232"/>
            <a:ext cx="5257800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73952" y="3273552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282696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05472" y="3163824"/>
            <a:ext cx="409651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Auftrieb über Druckunterschiede und das archimedische Prinzip erklären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58368" y="4352544"/>
            <a:ext cx="10872216" cy="1161288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" y="4626864"/>
            <a:ext cx="576072" cy="576072"/>
          </a:xfrm>
          <a:prstGeom prst="ellipse">
            <a:avLst/>
          </a:prstGeom>
          <a:solidFill>
            <a:srgbClr val="EAF3FB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636008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91056" y="4517136"/>
            <a:ext cx="971092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Schwimmen, Sinken und Schweben vorhersagen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WERKZEUGKASTEN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Begriffe und Modelle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10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27632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Druck 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77824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Kraft pro Fläche.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72784" y="1627632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27632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73936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Dichte ρ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92240" y="2157984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Masse pro Volumen eines Stoffes.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8368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200400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Schweredruck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77824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Druck, der durch das Gewicht einer Flüssigkeitssäule entsteht.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72784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200400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346704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Auftriebskraft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92240" y="3730752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Resultierende Kraft auf einen Körper aufgrund unterschiedlicher Drücke.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58368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" y="4773168"/>
            <a:ext cx="73152" cy="1417320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Verdrängtes Volumen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77824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Volumen des Mediums, das ein eingetauchter Körper verdrängt.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72784" y="4773168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72784" y="4773168"/>
            <a:ext cx="73152" cy="1417320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73952" y="4919472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Luftdruck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6492240" y="5303520"/>
            <a:ext cx="497433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Druck der Atmosphäre infolge der Gewichtskraft der Luft.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ZUSAMMENHÄNGE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Formeln, Beziehungen und zentrale Aussagen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10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Druck</a:t>
            </a:r>
            <a:endParaRPr lang="en-US" sz="1380" dirty="0"/>
          </a:p>
        </p:txBody>
      </p:sp>
      <p:sp>
        <p:nvSpPr>
          <p:cNvPr id="11" name="Text 9"/>
          <p:cNvSpPr/>
          <p:nvPr/>
        </p:nvSpPr>
        <p:spPr>
          <a:xfrm>
            <a:off x="859536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Gleiche Kraft auf kleinerer Fläche erzeugt größeren Druck.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859536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0976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 = F / A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6272784" y="1618488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46504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Dichte</a:t>
            </a:r>
            <a:endParaRPr lang="en-US" sz="1380" dirty="0"/>
          </a:p>
        </p:txBody>
      </p:sp>
      <p:sp>
        <p:nvSpPr>
          <p:cNvPr id="16" name="Text 14"/>
          <p:cNvSpPr/>
          <p:nvPr/>
        </p:nvSpPr>
        <p:spPr>
          <a:xfrm>
            <a:off x="6473952" y="2093976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Dichte verknüpft Masse und Volumen.</a:t>
            </a:r>
            <a:endParaRPr lang="en-US" sz="1270" dirty="0"/>
          </a:p>
        </p:txBody>
      </p:sp>
      <p:sp>
        <p:nvSpPr>
          <p:cNvPr id="17" name="Shape 15"/>
          <p:cNvSpPr/>
          <p:nvPr/>
        </p:nvSpPr>
        <p:spPr>
          <a:xfrm>
            <a:off x="6473952" y="2697480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2715768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ρ = m / V</a:t>
            </a:r>
            <a:endParaRPr lang="en-US" sz="1040" dirty="0"/>
          </a:p>
        </p:txBody>
      </p:sp>
      <p:sp>
        <p:nvSpPr>
          <p:cNvPr id="19" name="Shape 17"/>
          <p:cNvSpPr/>
          <p:nvPr/>
        </p:nvSpPr>
        <p:spPr>
          <a:xfrm>
            <a:off x="658368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Schweredruck</a:t>
            </a:r>
            <a:endParaRPr lang="en-US" sz="1380" dirty="0"/>
          </a:p>
        </p:txBody>
      </p:sp>
      <p:sp>
        <p:nvSpPr>
          <p:cNvPr id="21" name="Text 19"/>
          <p:cNvSpPr/>
          <p:nvPr/>
        </p:nvSpPr>
        <p:spPr>
          <a:xfrm>
            <a:off x="859536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einer Flüssigkeit steigt der Druck näherungsweise linear mit der Tiefe.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859536" y="4261104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0976" y="4279392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p_h = ρ · g · h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6272784" y="318211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3310128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8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Archimedisches Prinzip</a:t>
            </a:r>
            <a:endParaRPr lang="en-US" sz="1380" dirty="0"/>
          </a:p>
        </p:txBody>
      </p:sp>
      <p:sp>
        <p:nvSpPr>
          <p:cNvPr id="26" name="Text 24"/>
          <p:cNvSpPr/>
          <p:nvPr/>
        </p:nvSpPr>
        <p:spPr>
          <a:xfrm>
            <a:off x="6473952" y="3657600"/>
            <a:ext cx="49926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7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Die Auftriebskraft entspricht der Gewichtskraft des verdrängten Mediums.</a:t>
            </a:r>
            <a:endParaRPr lang="en-US" sz="1270" dirty="0"/>
          </a:p>
        </p:txBody>
      </p:sp>
      <p:sp>
        <p:nvSpPr>
          <p:cNvPr id="27" name="Shape 25"/>
          <p:cNvSpPr/>
          <p:nvPr/>
        </p:nvSpPr>
        <p:spPr>
          <a:xfrm>
            <a:off x="6473952" y="4261104"/>
            <a:ext cx="2633472" cy="237744"/>
          </a:xfrm>
          <a:prstGeom prst="roundRect">
            <a:avLst>
              <a:gd name="adj" fmla="val 1538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65392" y="4279392"/>
            <a:ext cx="24871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F_A = ρ_Medium · V_verdrängt · g</a:t>
            </a:r>
            <a:endParaRPr lang="en-US" sz="10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ABRUFÜBUNG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Schnellcheck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10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58368" y="158191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Ohne Unterlagen beantworten – erst danach gemeinsam prüfen.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9808" y="214884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2368296"/>
            <a:ext cx="548640" cy="548640"/>
          </a:xfrm>
          <a:prstGeom prst="ellipse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238658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55648" y="228600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Warum sinkt ein spitzer Absatz stärker in weichen Boden ein als ein breiter?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49808" y="338328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602736"/>
            <a:ext cx="548640" cy="548640"/>
          </a:xfrm>
          <a:prstGeom prst="ellipse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62102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55648" y="352044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Wovon hängt der Schweredruck in einer Flüssigkeit ab?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49808" y="4617720"/>
            <a:ext cx="10561320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837176"/>
            <a:ext cx="548640" cy="548640"/>
          </a:xfrm>
          <a:prstGeom prst="ellipse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85546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755648" y="4754880"/>
            <a:ext cx="9098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Wann schwebt ein Körper in einer Flüssigkeit?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096512" y="5943600"/>
            <a:ext cx="3977640" cy="384048"/>
          </a:xfrm>
          <a:prstGeom prst="roundRect">
            <a:avLst>
              <a:gd name="adj" fmla="val 11905"/>
            </a:avLst>
          </a:prstGeom>
          <a:solidFill>
            <a:srgbClr val="EAF3FB"/>
          </a:solidFill>
          <a:ln w="12700">
            <a:solidFill>
              <a:srgbClr val="D9EBF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51960" y="60167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Tipp: Erklären ist stärker als nur nennen.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spc="130" kern="0" dirty="0">
                <a:solidFill>
                  <a:srgbClr val="2F6F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FORTSCHREIBEN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Stundenrückblick – Vorlage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784080" y="33832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Klasse 10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45952" cy="0"/>
          </a:xfrm>
          <a:prstGeom prst="line">
            <a:avLst/>
          </a:prstGeom>
          <a:noFill/>
          <a:ln w="12700">
            <a:solidFill>
              <a:srgbClr val="C8D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528816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Fortlaufende Wiederholung · Physik NRW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09960" y="65288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5B6B7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164592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EAF3FB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1645920"/>
            <a:ext cx="73152" cy="1627632"/>
          </a:xfrm>
          <a:prstGeom prst="rect">
            <a:avLst/>
          </a:prstGeom>
          <a:solidFill>
            <a:srgbClr val="2F6FAD"/>
          </a:solidFill>
          <a:ln w="12700">
            <a:solidFill>
              <a:srgbClr val="2F6FA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179222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Heute neu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77824" y="2176272"/>
            <a:ext cx="4992624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max. 3 zentrale Erkenntnisse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eigenen Worten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Bezug zum Vorwissen herstellen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6272784" y="164592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6F4F1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72784" y="1645920"/>
            <a:ext cx="73152" cy="1627632"/>
          </a:xfrm>
          <a:prstGeom prst="rect">
            <a:avLst/>
          </a:prstGeom>
          <a:solidFill>
            <a:srgbClr val="2C7A7B"/>
          </a:solidFill>
          <a:ln w="12700">
            <a:solidFill>
              <a:srgbClr val="2C7A7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79222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 / Beobachtung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176272"/>
            <a:ext cx="4837176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 prägnanter Versuch, Messwert, Graph oder Alltagsbezug als Anker für die Stunde.</a:t>
            </a:r>
            <a:endParaRPr lang="en-US" sz="1340" dirty="0"/>
          </a:p>
        </p:txBody>
      </p:sp>
      <p:sp>
        <p:nvSpPr>
          <p:cNvPr id="17" name="Shape 15"/>
          <p:cNvSpPr/>
          <p:nvPr/>
        </p:nvSpPr>
        <p:spPr>
          <a:xfrm>
            <a:off x="658368" y="3520440"/>
            <a:ext cx="5413248" cy="1627632"/>
          </a:xfrm>
          <a:prstGeom prst="roundRect">
            <a:avLst>
              <a:gd name="adj" fmla="val 4494"/>
            </a:avLst>
          </a:prstGeom>
          <a:solidFill>
            <a:srgbClr val="FFF3DE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3520440"/>
            <a:ext cx="73152" cy="1627632"/>
          </a:xfrm>
          <a:prstGeom prst="rect">
            <a:avLst/>
          </a:prstGeom>
          <a:solidFill>
            <a:srgbClr val="D9902F"/>
          </a:solidFill>
          <a:ln w="12700">
            <a:solidFill>
              <a:srgbClr val="D9902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366674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Merksatz / Formel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77824" y="4050792"/>
            <a:ext cx="499262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Genau eine zentrale Aussage oder Beziehung festhalten – möglichst mit Bedeutung der Größen.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6272784" y="3520440"/>
            <a:ext cx="5257800" cy="1627632"/>
          </a:xfrm>
          <a:prstGeom prst="roundRect">
            <a:avLst>
              <a:gd name="adj" fmla="val 4494"/>
            </a:avLst>
          </a:prstGeom>
          <a:solidFill>
            <a:srgbClr val="EBF4ED"/>
          </a:solidFill>
          <a:ln w="12700">
            <a:solidFill>
              <a:srgbClr val="C8D5E2"/>
            </a:solidFill>
            <a:prstDash val="solid"/>
          </a:ln>
          <a:effectLst>
            <a:outerShdw sx="100000" sy="100000" kx="0" ky="0" algn="bl" rotWithShape="0" blurRad="12700" dist="50800" dir="2700000">
              <a:srgbClr val="B7C5D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72784" y="3520440"/>
            <a:ext cx="73152" cy="1627632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3952" y="3666744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2-Minuten-Check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92240" y="4050792"/>
            <a:ext cx="4837176" cy="9509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2–3 kurze Abruffragen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möglichst ohne Unterlagen lösbar</a:t>
            </a:r>
            <a:endParaRPr lang="en-US" sz="1340" dirty="0"/>
          </a:p>
          <a:p>
            <a:pPr marL="165100" indent="-165100">
              <a:buSzPct val="100000"/>
              <a:buChar char="•"/>
            </a:pPr>
            <a:r>
              <a:rPr lang="en-US" sz="1340" dirty="0">
                <a:solidFill>
                  <a:srgbClr val="203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eine Anwendung oder Erklärung einbauen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1691640" y="5541264"/>
            <a:ext cx="8796528" cy="585216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12700">
            <a:solidFill>
              <a:srgbClr val="C8D5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01952" y="5687568"/>
            <a:ext cx="83759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Codex-Workflow: neue Stunde in praesentation.json → lessons ergänzen → npm run build:pptx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Druck und Auftrieb – Wiederholung</dc:title>
  <dc:subject>Fortlaufende Wiederholung: Druck und Auftrieb</dc:subject>
  <dc:creator>Jonathan Hardenacke</dc:creator>
  <cp:lastModifiedBy>Jonathan Hardenacke</cp:lastModifiedBy>
  <cp:revision>1</cp:revision>
  <dcterms:created xsi:type="dcterms:W3CDTF">2026-09-11T17:58:40Z</dcterms:created>
  <dcterms:modified xsi:type="dcterms:W3CDTF">2026-09-11T17:58:40Z</dcterms:modified>
</cp:coreProperties>
</file>