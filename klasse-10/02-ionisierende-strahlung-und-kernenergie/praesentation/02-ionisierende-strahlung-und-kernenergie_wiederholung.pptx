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Ionisierende Strahlung und Kernenergie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10: Ionisierende Strahlung und Kernenergie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Atomaufbau und ionisierende Strahlung: α, β, γ, radioaktiver Zerfall, Halbwertszeit, Röntgenstrahlung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Wechselwirkung mit Materie: Nachweis, Absorption, biologische Wirkung, Medizin, Schutz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Kernenergie: Kernspaltung, Kernfusion, Kernkraftwerke, Endlagerung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Aufbau von Atomen, Kernen und Isotopen beschreiben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Alpha-, Beta-, Gamma- und Röntgenstrahlung unterscheiden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Radioaktiven Zerfall und Halbwertszeit deuten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Nachweis, Wirkung und Schutz vor ionisierender Strahlung erklären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41–43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 befinden sich Protonen und Neutronen im Atom?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elektrische Ladung hat ein Proton: positiv, negativ oder neutral?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unterscheidet Isotope eines Elements?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bedeutet 1 Bq?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sagt die Halbwertszeit aus?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Aktivität A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Anzahl der Kernzerfälle pro Sekunde.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Bq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Halbwertszeit T₁/₂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Zeit, nach der im Mittel die Hälfte der Ausgangskerne noch nicht zerfallen ist.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s, d, a …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N = N₀ · (1/2)^(t/T₁/₂)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Ionisation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Bildung geladener Teilchen durch Entfernen oder Anlagern von Elektronen.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Äquivalentdosis H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Bewertet die biologische Wirkung ionisierender Strahlung.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Sv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Probe besitzt 800 Bq. Nach einer Halbwertszeit sind noch wie viele Bq zu erwarten?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Nach zwei Halbwertszeiten: Welcher Anteil der Ausgangsaktivität bleibt übrig?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Ordne typische Abschirmung zu: α – Papier; β – Aluminium; γ – 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Probe startet mit 800 Bq und hat T₁/₂ = 6 h. Welche Aktivität besitzt sie nach 12 h?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Röntgenstrahlung kann diagnostisch nützlich und biologisch schädlich sein. Formuliere zwei Kriterien für eine Nutzen-Risiko-Abwägung.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Radioaktiver Zerfall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44752" y="5340096"/>
            <a:ext cx="0" cy="-3355848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44752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-64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501134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40969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662172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707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823210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273177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752" y="1984248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1892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5669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Anzahl Halbwertszeiten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Aktivität / Bq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444752" y="2215686"/>
            <a:ext cx="1572768" cy="1446486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3662172"/>
            <a:ext cx="1572768" cy="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4385415"/>
            <a:ext cx="1572768" cy="361622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4747037"/>
            <a:ext cx="1572768" cy="180811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99032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44568" y="433969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470131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104" y="488212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7335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Lies die Aktivität nach drei Halbwertszeiten ab.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ist der Zerfall eines einzelnen Kerns trotzdem nicht vorhersagbar?</a:t>
            </a:r>
            <a:endParaRPr lang="en-US" sz="1320" dirty="0"/>
          </a:p>
        </p:txBody>
      </p:sp>
      <p:sp>
        <p:nvSpPr>
          <p:cNvPr id="48" name="Shape 46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51" name="Text 49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10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im Atomkern; positiv; Isotope besitzen gleiche Protonenzahl, aber unterschiedliche Neutronenzahl; 1 Bq = 1 Zerfall pro Sekunde; nach einer Halbwertszeit ist bei großer Ausgangsmenge im Mittel die Hälfte noch nicht zerfallen.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400 Bq.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1/4 = 25 %.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z. B. Blei/dichte Materialien.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1: 200 Bq.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z. B. medizinischer Nutzen/Alternativen sowie Dosis, Häufigkeit und Schutzmaßnahmen.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 den Unterschied zwischen „zufälligem Einzelzerfall“ und „vorhersagbarer Zerfallskurve großer Mengen“.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Ionisierende Strahlung und Kernenergie – Wiederholung</dc:title>
  <dc:subject>KLP-basierte Wiederholung: Ionisierende Strahlung und Kernenergie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