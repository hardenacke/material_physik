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Bewegung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7: Bewegung, Kraft und Energie – Schwerpunkt Bewegung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Bewegungen: Geschwindigkeit und Beschleunigung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Mittlere und momentane Geschwindigkeit unterscheiden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Geschwindigkeiten bei gleichförmigen Bewegungen berechnen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Bewegungen mithilfe von Ort, Zeit und Geschwindigkeit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Mittlere und momentane Geschwindigkeit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Strecke-Zeit-Diagramme lesen und erstellen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Messwerte tabellarisch und grafisch auswerten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36–37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Wann nennt man eine Bewegung gleichförmig?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SI-Einheit hat die Geschwindigkeit?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v = 5 m/s anschaulich?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zeigt die Steigung in einem s-t-Diagramm?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Kann ein Körper beschleunigt sein, obwohl seine Geschwindigkeit gerade 0 m/s beträgt?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Strecke s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Zurückgelegter Weg.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 t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Dauer eines Vorgangs.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Geschwindigkeit v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Zurückgelegte Strecke pro Zeit.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m/s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v = Δs / Δt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Beschleunigung a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Änderung der Geschwindigkeit pro Zeit.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m/s²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Fahrrad fährt 100 m in 20 s. Berechne die mittlere Geschwindigkeit.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2560320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F6FAD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968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v = s/t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Zug fährt gleichförmig mit 15 m/s. Welche Strecke legt er in 40 s zurück?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" y="3922776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C7A7B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59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s = v·t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Auto erhöht seine Geschwindigkeit in 5 s von 0 auf 20 m/s. Bestimme die mittlere Beschleunigung.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0976" y="5285232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78C24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53218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a = Δv/Δt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 s-t-Diagramm liegen die Punkte (0 s|0 m) und (60 s|300 m) auf einer Geraden. Bestimme die Geschwindigkeit aus der Steigung.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Zwei Busse haben auf einer Fahrt dieselbe mittlere Geschwindigkeit. Muss ihr Bewegungsverlauf gleich sein? Begründe und nenne zwei unterschiedliche mögliche Verläufe.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s-t-Diagramme zweier Bewegungen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44752" y="5340096"/>
            <a:ext cx="0" cy="-3355848"/>
          </a:xfrm>
          <a:prstGeom prst="line">
            <a:avLst/>
          </a:prstGeom>
          <a:noFill/>
          <a:ln w="17780">
            <a:solidFill>
              <a:srgbClr val="203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44752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5340096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248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17520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4501134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" y="440969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31,5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90288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662172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707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4752" y="2823210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273177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119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35824" y="1984248"/>
            <a:ext cx="0" cy="3355848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44752" y="1984248"/>
            <a:ext cx="6291072" cy="0"/>
          </a:xfrm>
          <a:prstGeom prst="line">
            <a:avLst/>
          </a:prstGeom>
          <a:noFill/>
          <a:ln w="7620">
            <a:solidFill>
              <a:srgbClr val="CDD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54132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18928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01384" y="5669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/ 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1755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/ 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44752" y="5108658"/>
            <a:ext cx="2097024" cy="-964324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41776" y="4144334"/>
            <a:ext cx="2097024" cy="-964324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38800" y="3180010"/>
            <a:ext cx="2097024" cy="-964324"/>
          </a:xfrm>
          <a:prstGeom prst="line">
            <a:avLst/>
          </a:prstGeom>
          <a:noFill/>
          <a:ln w="30480">
            <a:solidFill>
              <a:srgbClr val="2F6FA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99032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6056" y="409861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93080" y="313429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0104" y="216996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7335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1444752" y="5108658"/>
            <a:ext cx="2097024" cy="-578594"/>
          </a:xfrm>
          <a:prstGeom prst="line">
            <a:avLst/>
          </a:prstGeom>
          <a:noFill/>
          <a:ln w="30480">
            <a:solidFill>
              <a:srgbClr val="2C7A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41776" y="4530064"/>
            <a:ext cx="2097024" cy="-578594"/>
          </a:xfrm>
          <a:prstGeom prst="line">
            <a:avLst/>
          </a:prstGeom>
          <a:noFill/>
          <a:ln w="30480">
            <a:solidFill>
              <a:srgbClr val="2C7A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38800" y="3951469"/>
            <a:ext cx="2097024" cy="-578594"/>
          </a:xfrm>
          <a:prstGeom prst="line">
            <a:avLst/>
          </a:prstGeom>
          <a:noFill/>
          <a:ln w="30480">
            <a:solidFill>
              <a:srgbClr val="2C7A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9032" y="506293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96056" y="44843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93080" y="3905749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90104" y="332715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Welches Objekt ist schneller?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Bestimme die Geschwindigkeit von A aus der Steigung.</a:t>
            </a:r>
            <a:endParaRPr lang="en-US" sz="1320" dirty="0"/>
          </a:p>
        </p:txBody>
      </p:sp>
      <p:sp>
        <p:nvSpPr>
          <p:cNvPr id="54" name="Shape 52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57" name="Text 55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8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v konstant; m/s; 5 m in jeder Sekunde; Geschwindigkeit; ja, z. B. am Umkehrpunkt einer Bewegung.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5 m/s.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600 m.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4 m/s².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5 m/s.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Nein. Die mittlere Geschwindigkeit hängt nur von Gesamtstrecke und Gesamtzeit ab; z. B. kann ein Bus gleichförmig fahren, während der andere schneller fährt, anhält und wieder anfährt.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Nenne ein Beispiel für eine Bewegung mit v ≠ 0, aber a = 0.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Bewegung – Wiederholung</dc:title>
  <dc:subject>KLP-basierte Wiederholung: Bewegung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