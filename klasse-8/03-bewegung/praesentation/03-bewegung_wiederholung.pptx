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Bewegung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Bewegungen mithilfe von Ort, Zeit und Geschwindigkeit beschreiben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Mittlere und momentane Geschwindigkeit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Strecke-Zeit-Diagramme lesen und erstellen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Messwerte tabellarisch und grafisch auswerten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Gleichförmige Bewegungen mathematisch modellieren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Ort 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 eines Körpers relativ zu einem festgelegten Bezugspunkt.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 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Zeitpunkt oder Zeitintervall einer Beobachtung.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Geschwindigkeit v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Änderung des Ortes pro Zeit.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Mittlere Geschwindigkeit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Gesamtstrecke geteilt durch Gesamtzeit.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Momentangeschwindigkeit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Geschwindigkeit zu einem bestimmten Zeitpunkt.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s-t-Diagramm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Darstellung des Ortes bzw. der Strecke in Abhängigkeit von der Zeit.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Geschwindigkeit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gleichförmiger Bewegung ist v konstant.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= Δs / Δt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Ortsfunktion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konstanter Geschwindigkeit wächst der Ort linear mit der Zeit.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s(t) = s₀ + v · t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Steigung im s-t-Diagramm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 steiler die Gerade, desto größer die Geschwindigkeit.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Steigung = v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Einheiten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Geschwindigkeiten müssen für Rechnungen in zusammenpassenden Einheiten vorliegen.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m/s = 3,6 km/h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bedeutet eine waagerechte Linie im s-t-Diagramm?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erkennt man die schnellere von zwei gleichförmigen Bewegungen im Diagramm?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rechnest du 72 km/h in m/s um?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Bewegung – Wiederholung</dc:title>
  <dc:subject>Fortlaufende Wiederholung: Bewegung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