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Optische Instrumente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5: Optische Instrumente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Spiegelungen: Reflexionsgesetz, Bildentstehung am Planspiegel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Lichtbrechung: Grenzflächen, Totalreflexion, Lichtleiter, Sammellinsen, Auge und optische Instrumente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 und Farben: Spektralzerlegung, Absorption, Farbmischung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Reflexionsgesetz auf Spiegelbilder anwenden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Brechung und Totalreflexion qualitativ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Bildentstehung an Sammellinsen konstruieren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Auge, Lupe, Kamera, Fernrohr und Mikroskop modellhaft beschreiben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33–34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Trifft Licht auf einen Spiegel: Wird es reflektiert, absorbiert oder neu erzeugt?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Werden Einfalls- und Reflexionswinkel zum Lot oder zur Spiegeloberfläche gemessen?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lautet das Reflexionsgesetz?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bewirkt eine Sammellinse mit achsenparallelen Lichtstrahlen?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drei Grundfarben nutzt die additive Farbmischung?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Einfallswinkel α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Winkel zwischen einfallendem Lichtstrahl und Lot.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Brechung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Richtungsänderung beim Übergang zwischen optisch unterschiedlichen Medien.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qualitativer Zusammenhang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Brennweite f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Abstand zwischen Sammellinse und Brennpunkt.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 bzw. cm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Totalreflexion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Vollständige Reflexion beim Übergang vom optisch dichteren ins dünnere Medium ab einem Grenzwinkel.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n₁ &gt; n₂ und α &gt; α_G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Lichtstrahl trifft mit 35° zum Lot auf einen Spiegel. Bestimme den Reflexionswinkel.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Licht tritt von Luft in Glas ein. Wird der Strahl zum Lot hin oder vom Lot weg gebrochen?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Sammellinse hat f = 10 cm. Wo liegt der Brennpunkt relativ zur Linse?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Erkläre, warum Licht in einem Glasfaserkabel auch um Kurven geführt werden kann.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Vergleiche Auge und Kamera: Nenne je ein Bauteilpaar mit ähnlicher Funktion und einen wichtigen Unterschied.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Sammellinse – Hauptstrahlen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3584448"/>
            <a:ext cx="6702552" cy="0"/>
          </a:xfrm>
          <a:prstGeom prst="line">
            <a:avLst/>
          </a:prstGeom>
          <a:noFill/>
          <a:ln w="12700">
            <a:solidFill>
              <a:srgbClr val="8FA1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4236" y="2194560"/>
            <a:ext cx="512064" cy="2743200"/>
          </a:xfrm>
          <a:prstGeom prst="arc">
            <a:avLst/>
          </a:prstGeom>
          <a:solidFill>
            <a:srgbClr val="EAF3FB">
              <a:alpha val="55000"/>
            </a:srgbClr>
          </a:solidFill>
          <a:ln w="31750">
            <a:solidFill>
              <a:srgbClr val="2F6F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4174236" y="2194560"/>
            <a:ext cx="512064" cy="2743200"/>
          </a:xfrm>
          <a:prstGeom prst="arc">
            <a:avLst/>
          </a:prstGeom>
          <a:solidFill>
            <a:srgbClr val="EAF3FB">
              <a:alpha val="55000"/>
            </a:srgbClr>
          </a:solidFill>
          <a:ln w="31750">
            <a:solidFill>
              <a:srgbClr val="2F6F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3584448"/>
            <a:ext cx="0" cy="-1207008"/>
          </a:xfrm>
          <a:prstGeom prst="line">
            <a:avLst/>
          </a:prstGeom>
          <a:noFill/>
          <a:ln w="3810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58584" y="3584448"/>
            <a:ext cx="0" cy="987552"/>
          </a:xfrm>
          <a:prstGeom prst="line">
            <a:avLst/>
          </a:prstGeom>
          <a:noFill/>
          <a:ln w="38100">
            <a:solidFill>
              <a:srgbClr val="B5535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1548" y="3538728"/>
            <a:ext cx="91440" cy="91440"/>
          </a:xfrm>
          <a:prstGeom prst="ellipse">
            <a:avLst/>
          </a:prstGeom>
          <a:solidFill>
            <a:srgbClr val="20304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0964" y="36941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27548" y="3538728"/>
            <a:ext cx="91440" cy="91440"/>
          </a:xfrm>
          <a:prstGeom prst="ellipse">
            <a:avLst/>
          </a:prstGeom>
          <a:solidFill>
            <a:srgbClr val="203040"/>
          </a:solidFill>
          <a:ln w="12700">
            <a:solidFill>
              <a:srgbClr val="20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6964" y="36941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10512" y="2377440"/>
            <a:ext cx="5148072" cy="2194560"/>
          </a:xfrm>
          <a:prstGeom prst="line">
            <a:avLst/>
          </a:prstGeom>
          <a:noFill/>
          <a:ln w="22860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10512" y="2377440"/>
            <a:ext cx="2619756" cy="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0268" y="2377440"/>
            <a:ext cx="2528316" cy="2194560"/>
          </a:xfrm>
          <a:prstGeom prst="line">
            <a:avLst/>
          </a:prstGeom>
          <a:noFill/>
          <a:ln w="22860">
            <a:solidFill>
              <a:srgbClr val="D78C2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307592" y="4818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Gegenstand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38544" y="48188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Welcher Strahl wird durch den Brennpunkt gebrochen?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 entsteht bei einem Gegenstand außerhalb der Brennweite ein reelles Bild?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reflektiert; zum Lot; Einfallswinkel = Reflexionswinkel; achsenparallele Strahlen werden im Brennpunkt gesammelt; Rot, Grün und Blau.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35°.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zum Lot hin.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10 cm hinter der Linse (für einfallendes Parallellicht).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wiederholte Totalreflexion an der Grenzfläche hält Licht im Kern.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Linse ↔ Augenlinse/Objektiv, Netzhaut ↔ Sensor; Auge fokussiert u. a. durch Akkommodation.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Skizziere einen einfallenden und reflektierten Lichtstrahl mit Lot und beiden Winkeln.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Optische Instrumente – Wiederholung</dc:title>
  <dc:subject>KLP-basierte Wiederholung: Optische Instrumente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