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Sterne und Weltall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Aufbau des Sonnensystems und wichtige Himmelsobjekte beschreiben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Mondphasen, Finsternisse und Jahreszeiten modellhaft erklären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Entfernungen mit dem Lichtjahr vergleichen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Grundzüge der Sternentwicklung darstellen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Informationsgewinnung durch Spektren und Parallaxen erklären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Lichtjahr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Strecke, die Licht in einem Jahr zurücklegt; eine Entfernungseinheit.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Planet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Himmelskörper, der einen Stern umkreist und selbst kein sichtbares Licht erzeugt.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Stern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Selbstleuchtender Himmelskörper, dessen Energie überwiegend aus Kernfusion stammt.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Mondphase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Erscheinungsform des beleuchteten Mondes von der Erde aus.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Parallaxe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Scheinbare Positionsverschiebung eines nahen Objekts bei verändertem Beobachtungsort.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Spektrum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Verteilung von Licht nach Wellenlänge; liefert Informationen über Sterne.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Jahreszeiten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Sie entstehen vor allem durch die Neigung der Erdachse und den Umlauf der Erde um die Sonne.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Achsneigung + Umlauf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Mondphasen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Wir sehen unterschiedlich große Anteile der von der Sonne beleuchteten Mondhälfte.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Sonne – Erde – Mond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Gravitation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Sie bestimmt die Bewegungen vieler Himmelskörper und hält Systeme gebunden.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5740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9431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anziehende Wechselwirkung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Sternentwicklung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Masse beeinflusst Lebensdauer und Entwicklungsweg eines Sterns entscheidend.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386584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22539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Gaswolke → Stern → Endstadium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ist ein Lichtjahr keine Zeiteinheit?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gibt es nicht bei jedem Vollmond eine Mondfinsternis?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Informationen lassen sich aus einem Sternspektrum gewinnen?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Sterne und Weltall – Wiederholung</dc:title>
  <dc:subject>Fortlaufende Wiederholung: Sterne und Weltall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