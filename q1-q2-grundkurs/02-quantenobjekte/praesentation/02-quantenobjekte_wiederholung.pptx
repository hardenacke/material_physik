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Quantenobjekte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Photonen und Elektronen als Quantenobjekte beschreiben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Teilchen- und Wellenaspekte experimentbezogen zuordnen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 und Impuls von Photonen berechnen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Materiewellen mithilfe der de-Broglie-Beziehung beschreiben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Wahrscheinlichkeitsaussagen als Kernelement der Quantenphysik deuten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 des elektromagnetischen Feldes mit Energie E = h·f.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Quantenobjekt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Objekt, dessen Verhalten nicht vollständig mit klassischen Teilchen- oder Wellenmodellen erfasst wird.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Wahrscheinlichkeitsverteilung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Beschreibt, mit welcher Wahrscheinlichkeit Messergebnisse auftreten.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Interferenz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Überlagerungsphänomen, das auch bei einzelnen Quantenobjekten statistisch sichtbar wird.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de-Broglie-Wellenlänge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Wellenlänge, die einem Teilchen mit Impuls p zugeordnet wird.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Plancksches Wirkungsquantum h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Fundamentale Naturkonstante der Quantenphysik.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Photonenenergie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Höhere Frequenz bedeutet größere Photonenenergie.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E_γ = h·f = h·c/λ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Photonenimpuls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Photonen besitzen trotz Ruhemasse 0 einen Impuls.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p_γ = h/λ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Materiewelle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Teilchen mit größerem Impuls besitzen kleinere de-Broglie-Wellenlänge.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λ = h/p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Komplementarität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und Messanordnung bestimmen, welcher Aspekt eines Quantenobjekts sichtbar wird.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3785616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35753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Wellen- und Teilchenbeschreibung ergänzen sich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ist „Photon = kleines klassisches Teilchen“ zu einfach?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verändert sich die Photonenenergie bei halbierter Wellenlänge?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zeigt Elektronenbeugung über Elektronen?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Quantenobjekte – Wiederholung</dc:title>
  <dc:subject>Fortlaufende Wiederholung: Quantenobjekte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