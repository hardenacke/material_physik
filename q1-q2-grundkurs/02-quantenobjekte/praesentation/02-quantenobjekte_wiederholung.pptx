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Quantenobjekte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Quantenobjekte (GK)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Teilchenaspekte von Photonen: Energiequantelung, Photoeffekt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Wellenaspekt von Elektronen: de-Broglie-Wellenlänge, Elektroneninterferenz am Doppelspalt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 und Elektron als Quantenobjekte: Wellen-/Teilchenmodell, Kopenhagener Deutung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Photonen und Elektronen als Quantenobjekte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Teilchen- und Wellenaspekte experimentbezogen zuordnen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 und Impuls von Photonen berechnen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Materiewellen mithilfe der de-Broglie-Beziehung beschreiben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38–39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Farbe hat die höhere Frequenz: rotes oder blaues Licht?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Kann ein einzelnes Elektron als einzelner Punkt auf einem Schirm nachgewiesen werden?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heißt ein Lichtquant?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hängt die Photonenenergie Eγ von der Frequenz f ab?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zeigt ein Interferenzmuster aus vielen Elektronentreffern?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Photonenenergie Eγ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 eines Photons ist proportional zur Frequenz.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J bzw. eV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E_γ = h·f = h·c/λ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Planck-Konstante h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Proportionalitätskonstante der Quantenphysik.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J·s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de-Broglie-Wellenlänge λ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Wellenlänge eines Teilchens mit Impuls p.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Wahrscheinlichkeit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Quantenphysik sagt Verteilungen von Messergebnissen voraus, nicht den einzelnen Treffer.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= 5,0·10¹⁴ Hz. Berechne Eγ mit h = 6,63·10⁻³⁴ J·s.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6,63·10⁻²⁴ kg·m/s. Berechne λ = h/p.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Photon hat λ = 500 nm. Berechne näherungsweise seinen Impuls p = h/λ.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 einem Smartphone-Display senden blaue und rote Pixel Licht aus. Begründe mit E = h·f, welche Photonen energiereicher sind.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ein Interferenzmuster aus vielen Einzeltreffern kein Beleg dafür, dass jedes Elektron auf einer klassischen Wellenbahn fliegt?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Photoeffekt: E_kin,max gegen Frequenz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-0,38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5,18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Frequenz 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E_kin,max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41776" y="5108658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4385415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38800" y="3662172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87312" y="2938929"/>
            <a:ext cx="1048512" cy="-723243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6056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44568" y="433969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93080" y="361645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41592" y="2893209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Messung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3182112" y="51846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3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10712" y="2167128"/>
            <a:ext cx="0" cy="3063240"/>
          </a:xfrm>
          <a:prstGeom prst="line">
            <a:avLst/>
          </a:prstGeom>
          <a:noFill/>
          <a:ln w="12700">
            <a:solidFill>
              <a:srgbClr val="B553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der Schnittpunkt mit der f-Achse?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Naturkonstante steckt in der Steigung?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3" name="Text 51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blau; ja; Photon; Eγ=h·f; die Treffer bilden eine statistische Interferenzverteilung und zeigen Welleneigenschaften des Quantensystems.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≈ 3,32·10⁻¹⁹ J.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1,0·10⁻¹⁰ m.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≈ 1,33·10⁻²⁷ kg·m/s.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Blaue Photonen besitzen die höhere Frequenz und deshalb nach E=h·f die größere Energie.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Die einzelnen Nachweise sind lokalisierte Treffer; erst ihre statistische Verteilung zeigt Interferenz. Ein klassischer Bahnbegriff beschreibt das Quantensystem daher nicht vollständig.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Formuliere einen Satz, in dem „Zufall“ und „determinierte Verteilung“ gleichzeitig korrekt vorkommen.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Quantenobjekte – Wiederholung</dc:title>
  <dc:subject>KLP-basierte Wiederholung: Quantenobjekte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