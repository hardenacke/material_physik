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498080" y="-914400"/>
            <a:ext cx="5943600" cy="5943600"/>
          </a:xfrm>
          <a:prstGeom prst="arc">
            <a:avLst/>
          </a:prstGeom>
          <a:solidFill>
            <a:srgbClr val="2F6FAD">
              <a:alpha val="84000"/>
            </a:srgbClr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434840"/>
            <a:ext cx="2468880" cy="2468880"/>
          </a:xfrm>
          <a:prstGeom prst="ellipse">
            <a:avLst/>
          </a:prstGeom>
          <a:solidFill>
            <a:srgbClr val="2C7A7B">
              <a:alpha val="75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243584"/>
            <a:ext cx="1051560" cy="0"/>
          </a:xfrm>
          <a:prstGeom prst="line">
            <a:avLst/>
          </a:prstGeom>
          <a:noFill/>
          <a:ln w="50800">
            <a:solidFill>
              <a:srgbClr val="6FB4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A9CD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Elektrodynamik und Energieübertragung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49808" y="33467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CEA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Wiederholungspräsentation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lebendes Dokument: Nach jeder Stunde wächst der Rückblick um eine neue Folie.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507492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B405E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2120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EA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Kernideen · Begriffe · Beziehungen · Schnellcheck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6236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C1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Physik NRW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 bleibt hängen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91056" y="1810512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Magnetischen Fluss als zentrale Größe der Induktion verwenden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1810512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Faradaysches Induktionsgesetz auf zeitliche Änderungen anwenden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163824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Lenzsche Regel als Energieerhaltungsprinzip deuten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72784" y="2999232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05472" y="3163824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Generator und Transformator quantitativ beschreiben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8368" y="4352544"/>
            <a:ext cx="10872216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626864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636008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91056" y="4517136"/>
            <a:ext cx="97109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Energieübertragung, -speicherung und -rückgewinnung in technischen Systemen analysieren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WERKZEUGKASTEN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Modelle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27632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Magnetischer Fluss Φ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Maß dafür, wie stark ein Magnetfeld eine Fläche durchsetzt.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2784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27632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Induktionsspannung U_ind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92240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Spannung infolge einer zeitlichen Änderung des magnetischen Flusses.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200400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Lenzsche Regel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Richtung der Induktionswirkung wirkt der verursachenden Änderung entgegen.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2784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200400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Generator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92240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Wandelt mechanische in elektrische Energie um.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368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773168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Transformator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Überträgt elektrische Energie zwischen Wechselstromkreisen auf unterschiedlichem Spannungsniveau.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72784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4773168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Induktivität L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92240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Kenngröße einer Spule für ihre magnetische Energiespeicherung.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ZUSAMMENHÄNGE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Formeln, Beziehungen und zentrale Aussagen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Magnetischer Fluss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859536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Bei homogenem Feld und ebener Fläche gilt: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859536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Φ = B · A · cos(α)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72784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Faradaysches Gesetz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6473952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 Induktionsspannung ist proportional zur zeitlichen Änderung des Flusses.</a:t>
            </a:r>
            <a:endParaRPr lang="en-US" sz="1270" dirty="0"/>
          </a:p>
        </p:txBody>
      </p:sp>
      <p:sp>
        <p:nvSpPr>
          <p:cNvPr id="17" name="Shape 15"/>
          <p:cNvSpPr/>
          <p:nvPr/>
        </p:nvSpPr>
        <p:spPr>
          <a:xfrm>
            <a:off x="6473952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U_ind = −N · dΦ/dt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8368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Transformator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859536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 idealen Fall entsprechen Spannungs- und Windungsverhältnis einander.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859536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U₁/U₂ = N₁/N₂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6272784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Spule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473952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Änderungen des Stroms erzeugen Selbstinduktionsspannungen.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6473952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U_L = −L · dI/dt</a:t>
            </a:r>
            <a:endParaRPr lang="en-US" sz="1040" dirty="0"/>
          </a:p>
        </p:txBody>
      </p:sp>
      <p:sp>
        <p:nvSpPr>
          <p:cNvPr id="29" name="Shape 27"/>
          <p:cNvSpPr/>
          <p:nvPr/>
        </p:nvSpPr>
        <p:spPr>
          <a:xfrm>
            <a:off x="658368" y="4745736"/>
            <a:ext cx="11009376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9536" y="487375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Magnetische Energie</a:t>
            </a:r>
            <a:endParaRPr lang="en-US" sz="1380" dirty="0"/>
          </a:p>
        </p:txBody>
      </p:sp>
      <p:sp>
        <p:nvSpPr>
          <p:cNvPr id="31" name="Text 29"/>
          <p:cNvSpPr/>
          <p:nvPr/>
        </p:nvSpPr>
        <p:spPr>
          <a:xfrm>
            <a:off x="859536" y="5221224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Spule kann Energie in ihrem Magnetfeld speichern.</a:t>
            </a:r>
            <a:endParaRPr lang="en-US" sz="1270" dirty="0"/>
          </a:p>
        </p:txBody>
      </p:sp>
      <p:sp>
        <p:nvSpPr>
          <p:cNvPr id="32" name="Shape 30"/>
          <p:cNvSpPr/>
          <p:nvPr/>
        </p:nvSpPr>
        <p:spPr>
          <a:xfrm>
            <a:off x="859536" y="5733288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" y="5751576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E_L = ½ L I²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ABRUFÜBUNG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15819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Ohne Unterlagen beantworten – erst danach gemeinsam prüfen.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14884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368296"/>
            <a:ext cx="548640" cy="548640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386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55648" y="228600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Welche drei Größen können bei Φ = B·A·cos(α) verändert werden?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38328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602736"/>
            <a:ext cx="548640" cy="548640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6210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352044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 sagt das Minuszeichen im Induktionsgesetz physikalisch aus?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9808" y="461772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837176"/>
            <a:ext cx="548640" cy="548640"/>
          </a:xfrm>
          <a:prstGeom prst="ellipse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855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755648" y="475488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reduziert Hochspannung Übertragungsverluste bei gleicher Leistung?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096512" y="5943600"/>
            <a:ext cx="3977640" cy="384048"/>
          </a:xfrm>
          <a:prstGeom prst="roundRect">
            <a:avLst>
              <a:gd name="adj" fmla="val 1190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6016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Erklären ist stärker als nur nennen.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FORTSCHREIBEN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Stundenrückblick – Vorlage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EAF3FB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92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Heute neu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499262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max. 3 zentrale Erkenntnisse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eigenen Worten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Bezug zum Vorwissen herstellen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6F4F1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45920"/>
            <a:ext cx="73152" cy="162763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9222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/ Beobachtung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176272"/>
            <a:ext cx="48371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prägnanter Versuch, Messwert, Graph oder Alltagsbezug als Anker für die Stunde.</a:t>
            </a:r>
            <a:endParaRPr lang="en-US" sz="134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FFF3DE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627632"/>
          </a:xfrm>
          <a:prstGeom prst="rect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66674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Merksatz / Formel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" y="4050792"/>
            <a:ext cx="49926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Genau eine zentrale Aussage oder Beziehung festhalten – möglichst mit Bedeutung der Größen.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6272784" y="352044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BF4ED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520440"/>
            <a:ext cx="73152" cy="1627632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66674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2-Minuten-Check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050792"/>
            <a:ext cx="4837176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2–3 kurze Abruffragen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möglichst ohne Unterlagen lösbar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Anwendung oder Erklärung einbauen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1691640" y="5541264"/>
            <a:ext cx="8796528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5687568"/>
            <a:ext cx="8375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Codex-Workflow: neue Stunde in praesentation.json → lessons ergänzen → npm run build:pptx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Elektrodynamik und Energieübertragung – Wiederholung</dc:title>
  <dc:subject>Fortlaufende Wiederholung: Elektrodynamik und Energieübertragung</dc:subject>
  <dc:creator>Jonathan Hardenacke</dc:creator>
  <cp:lastModifiedBy>Jonathan Hardenacke</cp:lastModifiedBy>
  <cp:revision>1</cp:revision>
  <dcterms:created xsi:type="dcterms:W3CDTF">2026-09-11T17:58:40Z</dcterms:created>
  <dcterms:modified xsi:type="dcterms:W3CDTF">2026-09-11T17:58:40Z</dcterms:modified>
</cp:coreProperties>
</file>