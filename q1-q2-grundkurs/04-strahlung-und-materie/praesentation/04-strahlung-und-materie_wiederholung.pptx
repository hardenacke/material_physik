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Strahlung und Materie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Diskrete Energieniveaus in Atomen experimentell begründen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Linienspektren und den Franck-Hertz-Versuch deuten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Entstehung und Eigenschaften ionisierender Strahlung beschreiben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Wechselwirkungen von Strahlung mit Materie erklären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Nutzen und Risiken ionisierender Strahlung in Medizin und Alltag bewerten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Energieniveau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Diskreter erlaubter Energiezustand eines quantenmechanischen Systems.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Linienspektrum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Spektrum aus einzelnen charakteristischen Wellenlängen.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Franck-Hertz-Versuch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Experimenteller Hinweis auf diskrete Anregungsenergien von Atomen.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Ionisierende Strahlung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Strahlung mit ausreichender Energie zur Ionisation von Atomen oder Molekülen.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Aktivität A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Zerfälle pro Sekunde; Einheit Bq.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Dosis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Größe zur Beschreibung der Energieabgabe bzw. biologischen Wirkung von Strahlung.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Photonenübergang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Beim Übergang zwischen Energieniveaus wird ein Photon emittiert oder absorbiert.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ΔE = h·f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Zerfall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Bei großen Kernzahlen folgt die Abnahme näherungsweise einem Exponentialgesetz.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N(t) = N₀·e^(−λt)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Halbwertszeit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Halbwertszeit und Zerfallskonstante sind verknüpft.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T₁/₂ = ln(2)/λ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Schutz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Dosis lässt sich durch Abstand, kurze Expositionszeit und Abschirmung reduzieren.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2304288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21762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Abstand – Zeit – Abschirmung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zeigen Gase charakteristische Linienspektren?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Was weist der Franck-Hertz-Versuch nach?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Welche Faktoren bestimmen die Gefährdung durch ionisierende Strahlung?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Q1/Q2 Grundkurs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Strahlung und Materie – Wiederholung</dc:title>
  <dc:subject>Fortlaufende Wiederholung: Strahlung und Materie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