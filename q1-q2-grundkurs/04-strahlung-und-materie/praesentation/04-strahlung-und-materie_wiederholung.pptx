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143000"/>
            <a:ext cx="5303520" cy="5303520"/>
          </a:xfrm>
          <a:prstGeom prst="ellipse">
            <a:avLst/>
          </a:prstGeom>
          <a:solidFill>
            <a:srgbClr val="4C88C2">
              <a:alpha val="88000"/>
            </a:srgbClr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4251960"/>
            <a:ext cx="2514600" cy="2514600"/>
          </a:xfrm>
          <a:prstGeom prst="ellipse">
            <a:avLst/>
          </a:prstGeom>
          <a:solidFill>
            <a:srgbClr val="2C7A7B">
              <a:alpha val="80000"/>
            </a:srgbClr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61872"/>
            <a:ext cx="1051560" cy="0"/>
          </a:xfrm>
          <a:prstGeom prst="line">
            <a:avLst/>
          </a:prstGeom>
          <a:noFill/>
          <a:ln w="50800">
            <a:solidFill>
              <a:srgbClr val="6DB2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58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D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8641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Strahlung und Materie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3246120"/>
            <a:ext cx="6309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KLP-basierte Wiederholung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776472"/>
            <a:ext cx="7132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ED2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Vom sicheren Abruf über einfache Anwendungen bis zum Transfer.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4892040"/>
            <a:ext cx="4617720" cy="658368"/>
          </a:xfrm>
          <a:prstGeom prst="roundRect">
            <a:avLst>
              <a:gd name="adj" fmla="val 8333"/>
            </a:avLst>
          </a:prstGeom>
          <a:solidFill>
            <a:srgbClr val="1E425F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5074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E2EE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Abrufen    2  Verstehen    3  Rechnen    4  Transfer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749808" y="6217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9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KLP-Recherche: 2026-09-12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KLP-KOMPASS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Inhaltsfeld Strahlung und Materie (GK)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64922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4297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Verbindliche fachliche Schwerpunkte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6126480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Strahlung: elektromagnetisches Spektrum; ionisierende Strahlung; Geiger-Müller-Zählrohr; biologische Wirkungen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Atomphysik: Linienspektrum, Energieniveauschema, Kern-Hülle-Modell, Röntgenstrahlung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Kernphysik: Nukleonen; Zerfall/Kernumwandlung; Kernspaltung und -fusion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4160520" cy="2029968"/>
          </a:xfrm>
          <a:prstGeom prst="roundRect">
            <a:avLst>
              <a:gd name="adj" fmla="val 2703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60920" y="1600200"/>
            <a:ext cx="68580" cy="202996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171907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du am Ende können sollst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62088" y="2093976"/>
            <a:ext cx="379476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Diskrete Energieniveaus in Atomen experimentell begründen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Linienspektren und den Franck-Hertz-Versuch deuten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Entstehung und Eigenschaften ionisierender Strahlung beschreiben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Wechselwirkungen von Strahlung mit Materie erklären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60920" y="3840480"/>
            <a:ext cx="4160520" cy="2057400"/>
          </a:xfrm>
          <a:prstGeom prst="roundRect">
            <a:avLst>
              <a:gd name="adj" fmla="val 2667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3840480"/>
            <a:ext cx="68580" cy="2057400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62088" y="395935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Lernweg dieser Präsentation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62088" y="4334256"/>
            <a:ext cx="379476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sehr leichte Abruffragen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Begriffe und Formeln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und Grafik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3232" y="6062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 Physik NRW 2022 · S. 42–43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1 · ABRUFEN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Leichter Einstieg → sicherer Abruf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72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Fragen 1–2 sind bewusst sehr leicht. Danach wird der Abruf schrittweise fachlicher.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56232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1938528"/>
            <a:ext cx="493776" cy="493776"/>
          </a:xfrm>
          <a:prstGeom prst="ellipse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94767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9344" y="1947672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Strahlung nutzt man häufig für eine Aufnahme von Knochen im Krankenhaus?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" y="2670048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" y="2752344"/>
            <a:ext cx="493776" cy="493776"/>
          </a:xfrm>
          <a:prstGeom prst="ellipse">
            <a:avLst/>
          </a:prstGeom>
          <a:solidFill>
            <a:srgbClr val="4C88C2"/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27614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9344" y="2761488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Wird die Aktivität einer radioaktiven Probe mit der Zeit im Mittel größer oder kleiner?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808" y="3483864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" y="3566160"/>
            <a:ext cx="493776" cy="49377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35753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9344" y="3575304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bedeutet Halbwertszeit in einem Satz?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29768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" y="4379976"/>
            <a:ext cx="493776" cy="493776"/>
          </a:xfrm>
          <a:prstGeom prst="ellipse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4389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9344" y="4389120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bestehen Atomspektren aus einzelnen charakteristischen Linien?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9808" y="5111496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" y="5193792"/>
            <a:ext cx="493776" cy="493776"/>
          </a:xfrm>
          <a:prstGeom prst="ellipse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520293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9344" y="5202936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Rolle spielt der Massendefekt bei Kernreaktionen?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2 · VERSTEHEN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Fachbegriffe und Formeln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1938528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Energieniveau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Diskreter erlaubter Energiezustand in der Atomhülle.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J bzw. eV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600200"/>
            <a:ext cx="68580" cy="193852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Linienspektrum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6382512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Spektrum aus diskreten, für ein Element charakteristischen Linien.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822192"/>
            <a:ext cx="68580" cy="1938528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Aktivität A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859536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Zerfälle pro Sekunde.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Bq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3822192"/>
            <a:ext cx="68580" cy="1938528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Halbwertszeit T₁/₂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6382512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Zeit bis zur statistischen Halbierung einer großen Ausgangsmenge.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s, d, a …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Beziehung: T₁/₂ = ln(2)/λ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3 · ANWENDEN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 und Rechenbeispiele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Rechne zunächst mit bewusst einfachen Zahlen und klaren Einzelschritten.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865376"/>
            <a:ext cx="68580" cy="112471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984248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3591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ΔE = 3,32·10⁻¹⁹ J. Bestimme f mit h = 6,63·10⁻³⁴ J·s.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227832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227832"/>
            <a:ext cx="68580" cy="112471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346704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3721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Eine Probe enthält nach einer Halbwertszeit noch 4000 instabile Kerne. Wie viele waren es näherungsweise zu Beginn?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9808" y="4590288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9808" y="4590288"/>
            <a:ext cx="68580" cy="1124712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70916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0976" y="508406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Δm = 1,0·10⁻³⁰ kg. Berechne ΔE = Δm·c² mit c ≈ 3,0·10⁸ m/s.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4 · TRANSFER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Jetzt verknüpfen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 musst du mehr als einen Gedanken verbinden oder das Modell begründet anwenden.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F2EEF8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938528"/>
            <a:ext cx="68580" cy="1600200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5740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 / Transfer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432304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Bewerte eine medizinische Röntgenaufnahme: Nenne je einen Nutzen, ein Risiko und eine Maßnahme zur Dosisminimierung.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840480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EDF5E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840480"/>
            <a:ext cx="68580" cy="1600200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959352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 · Warum?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4334256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Gas zeigt drei charakteristische Emissionslinien. Erkläre, wie daraus auf diskrete Energieniveaus geschlossen wird.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926080" y="5833872"/>
            <a:ext cx="6336792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5925312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Strategie: Gegeben → Gesucht → Modell/Formel → Ergebnis → Plausibilität</a:t>
            </a:r>
            <a:endParaRPr lang="en-US" sz="1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5 · DARSTELLEN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Energieniveaus und Spektrallinien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572768"/>
            <a:ext cx="75438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912" y="2258568"/>
            <a:ext cx="4572000" cy="0"/>
          </a:xfrm>
          <a:prstGeom prst="line">
            <a:avLst/>
          </a:prstGeom>
          <a:noFill/>
          <a:ln w="254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1671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581912" y="2990088"/>
            <a:ext cx="4206240" cy="0"/>
          </a:xfrm>
          <a:prstGeom prst="line">
            <a:avLst/>
          </a:prstGeom>
          <a:noFill/>
          <a:ln w="254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28986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581912" y="3858768"/>
            <a:ext cx="3749040" cy="0"/>
          </a:xfrm>
          <a:prstGeom prst="line">
            <a:avLst/>
          </a:prstGeom>
          <a:noFill/>
          <a:ln w="25400">
            <a:solidFill>
              <a:srgbClr val="1732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76732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581912" y="4636008"/>
            <a:ext cx="3200400" cy="0"/>
          </a:xfrm>
          <a:prstGeom prst="line">
            <a:avLst/>
          </a:prstGeom>
          <a:noFill/>
          <a:ln w="25400">
            <a:solidFill>
              <a:srgbClr val="1732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454456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79192" y="4636008"/>
            <a:ext cx="0" cy="-1645920"/>
          </a:xfrm>
          <a:prstGeom prst="line">
            <a:avLst/>
          </a:prstGeom>
          <a:noFill/>
          <a:ln w="29210">
            <a:solidFill>
              <a:srgbClr val="2F6FA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736592" y="3858768"/>
            <a:ext cx="0" cy="-1600200"/>
          </a:xfrm>
          <a:prstGeom prst="line">
            <a:avLst/>
          </a:prstGeom>
          <a:noFill/>
          <a:ln w="29210">
            <a:solidFill>
              <a:srgbClr val="2C7A7B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788920" y="36301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ΔE₁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29900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C7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ΔE₂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19072" y="4974336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größeres ΔE → energiereicheres Photon → kleinere λ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8412480" y="1572768"/>
            <a:ext cx="3108960" cy="2011680"/>
          </a:xfrm>
          <a:prstGeom prst="roundRect">
            <a:avLst>
              <a:gd name="adj" fmla="val 2727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12480" y="1572768"/>
            <a:ext cx="68580" cy="2011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13648" y="169164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Auswerten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613648" y="2066544"/>
            <a:ext cx="274320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Welcher Übergang erzeugt das energiereichste Photon?</a:t>
            </a:r>
            <a:endParaRPr lang="en-US" sz="1320" dirty="0"/>
          </a:p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 ändert sich die Wellenlänge bei größerem ΔE?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8412480" y="3794760"/>
            <a:ext cx="3108960" cy="2304288"/>
          </a:xfrm>
          <a:prstGeom prst="roundRect">
            <a:avLst>
              <a:gd name="adj" fmla="val 2381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412480" y="3794760"/>
            <a:ext cx="68580" cy="230428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13648" y="391363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Darstellungssprache</a:t>
            </a:r>
            <a:endParaRPr lang="en-US" sz="1430" dirty="0"/>
          </a:p>
        </p:txBody>
      </p:sp>
      <p:sp>
        <p:nvSpPr>
          <p:cNvPr id="30" name="Text 28"/>
          <p:cNvSpPr/>
          <p:nvPr/>
        </p:nvSpPr>
        <p:spPr>
          <a:xfrm>
            <a:off x="8613648" y="4288536"/>
            <a:ext cx="2743200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Achsen + Einheiten prüfen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beschreiben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Fachbegriff/Formel begründen</a:t>
            </a:r>
            <a:endParaRPr lang="en-US" sz="12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SICHERUNG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Lösungen und Exit-Ticket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447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Erst nach eigener Bearbeitung einblenden.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810512"/>
            <a:ext cx="68580" cy="1060704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859536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Warm-up: Röntgenstrahlung; kleiner; nach einer Halbwertszeit ist bei einer großen Ausgangsmenge im Mittel die Hälfte noch nicht zerfallen; diskrete Energieniveaus erlauben nur bestimmte ΔE; ein Massendefekt entspricht nach E=Δm·c² einer Energiedifferenz.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181344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810512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82512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1: ≈ 5,0·10¹⁴ Hz.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658368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859536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2: 8000 Kerne.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181344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6382512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3: 9,0·10⁻¹⁴ J.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658368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59536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Anwendung: Nutzen ist diagnostischer Informationsgewinn; Risiko ist ionisierende Strahlung; Dosis wird durch klare Indikation, passende Abschirmung und möglichst geringe notwendige Exposition minimiert.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6181344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6382512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Konzeptfrage: Jede Spektrallinie entspricht einer bestimmten Photonenenergie ΔE=h·f. Nur bestimmte Linien bedeuten daher: Nur bestimmte Energiedifferenzen und damit diskrete Energieniveaus sind möglich.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749808" y="5650992"/>
            <a:ext cx="10607040" cy="612648"/>
          </a:xfrm>
          <a:prstGeom prst="roundRect">
            <a:avLst>
              <a:gd name="adj" fmla="val 8955"/>
            </a:avLst>
          </a:prstGeom>
          <a:solidFill>
            <a:srgbClr val="FFF4DE"/>
          </a:solidFill>
          <a:ln w="15240">
            <a:solidFill>
              <a:srgbClr val="D78C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58155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64208" y="5733288"/>
            <a:ext cx="9418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ist ein Spektrum ein „Fingerabdruck“ eines Atoms?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Strahlung und Materie – Wiederholung</dc:title>
  <dc:subject>KLP-basierte Wiederholung: Strahlung und Materie</dc:subject>
  <dc:creator>Jonathan Hardenacke</dc:creator>
  <cp:lastModifiedBy>Jonathan Hardenacke</cp:lastModifiedBy>
  <cp:revision>1</cp:revision>
  <dcterms:created xsi:type="dcterms:W3CDTF">2026-09-12T09:38:45Z</dcterms:created>
  <dcterms:modified xsi:type="dcterms:W3CDTF">2026-09-12T09:38:45Z</dcterms:modified>
</cp:coreProperties>
</file>