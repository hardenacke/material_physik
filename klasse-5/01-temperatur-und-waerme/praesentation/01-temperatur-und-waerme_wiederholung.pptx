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 und Wärme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 messen und die Celsiusskala sicher verwenden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Wärme und Temperatur voneinander unterscheiden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Wärmetransport durch Leitung, Mitführung und Strahlung erklären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Wärmeausdehnung und Aggregatzustandsänderungen mit dem Teilchenmodell deuten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 Anomalie des Wassers an Alltags- und Naturbeispielen einordnen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Maß dafür, wie warm oder kalt ein Körper ist.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Wärme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Energieübertragung aufgrund eines Temperaturunterschieds.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Thermische Energie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Energie, die mit der ungeordneten Bewegung der Teilchen zusammenhängt.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Wärmeleitung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Energieübertragung innerhalb eines Stoffes ohne Stofftransport.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Wärmemitführung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Energieübertragung durch bewegte Flüssigkeiten oder Gase.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Wärmestrahlung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Energieübertragung durch elektromagnetische Strahlung.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Temperaturausgleich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Wärme fließt spontan vom wärmeren zum kälteren Körper, bis ein Gleichgewicht erreicht ist.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96265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27980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T_warm &gt; T_kalt → Energieübertragung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Teilchenmodell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Beim Erwärmen bewegen sich Teilchen im Mittel stärker; Abstände können sich vergrößern.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Modellvorstellung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Aggregatzustände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Schmelzen, Erstarren, Verdampfen und Kondensieren sind mit Energieübertragungen verbunden.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13969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2020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fest ⇄ flüssig ⇄ gasförmig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Wasseranomalie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Wasser besitzt bei etwa 4 °C die größte Dichte.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386584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22539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ρ_Wasser maximal bei ca. 4 °C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sind Wärme und Temperatur nicht dasselbe?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Wärmetransportart spielt bei einer Thermoskanne jeweils eine Rolle?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erklärt das Teilchenmodell die Ausdehnung vieler Stoffe beim Erwärmen?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Temperatur und Wärme – Wiederholung</dc:title>
  <dc:subject>Fortlaufende Wiederholung: Temperatur und Wärme</dc:subject>
  <dc:creator>Jonathan Hardenacke</dc:creator>
  <cp:lastModifiedBy>Jonathan Hardenacke</cp:lastModifiedBy>
  <cp:revision>1</cp:revision>
  <dcterms:created xsi:type="dcterms:W3CDTF">2026-09-11T17:58:39Z</dcterms:created>
  <dcterms:modified xsi:type="dcterms:W3CDTF">2026-09-11T17:58:39Z</dcterms:modified>
</cp:coreProperties>
</file>