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Schall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Schall als Folge von Schwingungen erkennen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Tonhöhe und Lautstärke an Schwingungen beschreiben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Schallausbreitung mit einem Teilchenmodell erklären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Reflexion und Absorption von Schall unterscheiden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Ultraschall, Infraschall und Lärmschutz einordnen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Schwingung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Periodische Hin- und Herbewegung um eine Ruhelage.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Frequenz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Anzahl der Schwingungen pro Sekunde; bestimmt vor allem die Tonhöhe.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Amplitude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Größe der Auslenkung; beeinflusst die wahrgenommene Lautstärke.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Schallquelle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Schwingender Körper, der Schall erzeugt.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Schallempfänger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System, das Schall registriert, z. B. Ohr oder Mikrofon.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Schallpegel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Maß zur Beschreibung von Lautstärken; Angabe meist in dB.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Tonhöhe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Schnellere Schwingung bedeutet höhere Frequenz und meist höheren Ton.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 ↑ → Tonhöhe ↑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Lautstärke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Größere Schwingungsamplitude führt in der Regel zu größerer Lautstärke.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↑ → Lautstärke ↑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Sender–Medium–Empfänger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Schall benötigt in der klassischen Beschreibung ein Medium zur Ausbreitung.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221992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209854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Quelle → Medium → Empfänger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Reflexion / Absorption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Harte Flächen reflektieren Schall oft stark; weiche, poröse Materialien absorbieren häufig mehr.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Echo ↔ Schalldämmung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kann sich Schall nicht im Vakuum ausbreiten?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Schwingungseigenschaft verändert die Tonhöhe?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lässt sich die Lärmbelastung in einem Raum verringern?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Schall – Wiederholung</dc:title>
  <dc:subject>Fortlaufende Wiederholung: Schall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