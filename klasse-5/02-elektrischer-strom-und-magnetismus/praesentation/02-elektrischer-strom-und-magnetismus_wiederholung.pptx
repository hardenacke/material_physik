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Elektrischer Strom und Magnetismus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Stromkreise planen, aufbauen und mit Schaltzeichen darstellen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Leiter und Nichtleiter experimentell unterscheiden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Reihen- und Parallelschaltungen vergleichen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Wirkungen des elektrischen Stroms und wichtige Sicherheitsregeln erklären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 Kräfte, Pole und Magnetfelder mit Modellen beschreiben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Stromkreis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Geschlossener Weg aus Spannungsquelle, Leitungen und Verbrauchern.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Stoff, in dem sich elektrische Ladungsträger gut bewegen können.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Nichtleiter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Stoff mit sehr geringer elektrischer Leitfähigkeit.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Reihenschaltung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Bauteile liegen hintereinander in einem gemeinsamen Stromweg.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Parallelschaltung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Bauteile liegen in verschiedenen Zweigen zwischen denselben Knoten.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Magnetfeld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Raumbereich, in dem magnetische Kräfte wirken können.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Geschlossener Stromkreis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Nur bei geschlossenem Stromweg kann ein Verbraucher dauerhaft betrieben werden.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3127248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29535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Quelle → Leiter → Verbraucher → Quelle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Stromwirkungen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Elektrischer Strom kann Wärme, Licht und magnetische Wirkungen hervorrufen.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329184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 → Wärme / Licht / Magnetismus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Magnetpole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Gleichnamige Pole stoßen sich ab, ungleichnamige ziehen sich an.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96265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27980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N–N / S–S: abstoßend; N–S: anziehend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Feldlinienmodell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Feldlinien zeigen Richtung und räumliche Struktur eines Magnetfeldes.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13969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020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Modell, keine realen Fäden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Woran erkennst du einen geschlossenen Stromkreis?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Nenne je einen Vorteil von Reihen- und Parallelschaltungen.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kann man ein Magnetfeld sichtbar bzw. untersuchbar machen?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Elektrischer Strom und Magnetismus – Wiederholung</dc:title>
  <dc:subject>Fortlaufende Wiederholung: Elektrischer Strom und Magnetismus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