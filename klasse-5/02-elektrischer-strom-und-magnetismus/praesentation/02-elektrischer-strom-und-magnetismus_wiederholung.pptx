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Elektrischer Strom und Magnetismus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2: Elektrischer Strom und Magnetismus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Stromkreise und Schaltungen: Spannungsquellen, Leiter/Nichtleiter, verzweigte Stromkreise, Elektronen in Leitern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Wirkungen des elektrischen Stroms: Wärme, Magnetismus, Gefahren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Magnetische Kräfte und Felder: Pole, Feldlinienmodell, Erdmagnetfeld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Magnetisierung: magnetisierbare Stoffe, Modell der Elementarmagnete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Stromkreise planen, aufbauen und mit Schaltzeichen darstellen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Leiter und Nichtleiter experimentell unterscheiden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Reihen- und Parallelschaltungen vergleichen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Wirkungen des elektrischen Stroms und wichtige Sicherheitsregeln erklären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2019 · S. 24–26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Wann kann in einem einfachen Stromkreis Strom fließen?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Nenne einen Leiter und einen Nichtleiter.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ist der wichtigste Unterschied zwischen Reihen- und Parallelschaltung?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Nenne zwei Wirkungen des elektrischen Stroms.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Magnetpole ziehen sich an?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Stromkreis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Geschlossener Weg aus Quelle, Leitungen und Verbrauchern.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Quelle → Leiter → Verbraucher → Quelle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Leiter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Stoff, in dem sich elektrische Ladungsträger gut bewegen können.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Parallelschaltung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Mehrere Stromwege liegen zwischen denselben Knoten.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Magnetfeld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Raumbereich, in dem magnetische Kräfte wirken können.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Arbeite mit klaren Einzelideen, kleinen Anwendungen und einfachen Zahlen.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Lampe ist mit Batterie und Kabeln verbunden, aber ein Schalter ist geöffnet. Leuchtet sie? Begründe.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Ordne zu: Kupfer, Kunststoff, Aluminium, Glas – Leiter oder Nichtleiter?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Zwei Lampen sind parallel geschaltet. Eine Lampe wird herausgeschraubt. Was geschieht mit der anderen?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dürfen beschädigte Kabel mit freiliegendem Metall nicht weiter benutzt werden? Nenne Wirkung und Schutzmaßnahme.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Nagel wird von einer stromdurchflossenen Spule angezogen. Erkläre die Beobachtung mit der magnetischen Wirkung des Stroms.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Verzweigter Stromkreis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64792" y="2532888"/>
            <a:ext cx="5650992" cy="0"/>
          </a:xfrm>
          <a:prstGeom prst="line">
            <a:avLst/>
          </a:prstGeom>
          <a:noFill/>
          <a:ln w="25400">
            <a:solidFill>
              <a:srgbClr val="203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64792" y="5230368"/>
            <a:ext cx="5650992" cy="0"/>
          </a:xfrm>
          <a:prstGeom prst="line">
            <a:avLst/>
          </a:prstGeom>
          <a:noFill/>
          <a:ln w="25400">
            <a:solidFill>
              <a:srgbClr val="20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64792" y="2532888"/>
            <a:ext cx="0" cy="2697480"/>
          </a:xfrm>
          <a:prstGeom prst="line">
            <a:avLst/>
          </a:prstGeom>
          <a:noFill/>
          <a:ln w="25400">
            <a:solidFill>
              <a:srgbClr val="20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15784" y="2532888"/>
            <a:ext cx="0" cy="2697480"/>
          </a:xfrm>
          <a:prstGeom prst="line">
            <a:avLst/>
          </a:prstGeom>
          <a:noFill/>
          <a:ln w="25400">
            <a:solidFill>
              <a:srgbClr val="20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55064" y="3264408"/>
            <a:ext cx="219456" cy="0"/>
          </a:xfrm>
          <a:prstGeom prst="line">
            <a:avLst/>
          </a:prstGeom>
          <a:noFill/>
          <a:ln w="38100">
            <a:solidFill>
              <a:srgbClr val="203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912" y="3584448"/>
            <a:ext cx="365760" cy="0"/>
          </a:xfrm>
          <a:prstGeom prst="line">
            <a:avLst/>
          </a:prstGeom>
          <a:noFill/>
          <a:ln w="16510">
            <a:solidFill>
              <a:srgbClr val="20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990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Batterie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30752" y="2532888"/>
            <a:ext cx="0" cy="2697480"/>
          </a:xfrm>
          <a:prstGeom prst="line">
            <a:avLst/>
          </a:prstGeom>
          <a:noFill/>
          <a:ln w="22860">
            <a:solidFill>
              <a:srgbClr val="203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56432" y="3264408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6FA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3374136"/>
            <a:ext cx="329184" cy="329184"/>
          </a:xfrm>
          <a:prstGeom prst="line">
            <a:avLst/>
          </a:prstGeom>
          <a:noFill/>
          <a:ln w="17780">
            <a:solidFill>
              <a:srgbClr val="2F6F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95344" y="3374136"/>
            <a:ext cx="-329184" cy="329184"/>
          </a:xfrm>
          <a:prstGeom prst="line">
            <a:avLst/>
          </a:prstGeom>
          <a:noFill/>
          <a:ln w="17780">
            <a:solidFill>
              <a:srgbClr val="2F6F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6432" y="3931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33872" y="2532888"/>
            <a:ext cx="0" cy="2697480"/>
          </a:xfrm>
          <a:prstGeom prst="line">
            <a:avLst/>
          </a:prstGeom>
          <a:noFill/>
          <a:ln w="22860">
            <a:solidFill>
              <a:srgbClr val="203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59552" y="3264408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C7A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3374136"/>
            <a:ext cx="329184" cy="329184"/>
          </a:xfrm>
          <a:prstGeom prst="line">
            <a:avLst/>
          </a:prstGeom>
          <a:noFill/>
          <a:ln w="17780">
            <a:solidFill>
              <a:srgbClr val="2C7A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98464" y="3374136"/>
            <a:ext cx="-329184" cy="329184"/>
          </a:xfrm>
          <a:prstGeom prst="line">
            <a:avLst/>
          </a:prstGeom>
          <a:noFill/>
          <a:ln w="17780">
            <a:solidFill>
              <a:srgbClr val="2C7A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3931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12464" y="2852928"/>
            <a:ext cx="475488" cy="-201168"/>
          </a:xfrm>
          <a:prstGeom prst="line">
            <a:avLst/>
          </a:prstGeom>
          <a:noFill/>
          <a:ln w="25400">
            <a:solidFill>
              <a:srgbClr val="B553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75888" y="280720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553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13632" y="2560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55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Schalter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Markiere gedanklich die beiden Stromwege.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passiert mit Lampe L2, wenn nur der Zweig mit L1 geöffnet wird?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37" name="Text 35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nur im geschlossenen Stromkreis; z. B. Kupfer/Kunststoff; ein vs. mehrere Stromwege; z. B. Wärme und Magnetismus; Nord–Süd.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Nein, der Stromkreis ist unterbrochen.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Kupfer/Aluminium Leiter; Kunststoff/Glas Nichtleiter.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Die andere Lampe bleibt an.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1: Stromschlag/Kurzschluss möglich; nicht berühren, Gerät spannungsfrei machen/ersetzen.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2: Strom erzeugt ein Magnetfeld; der Eisenkern wird magnetisiert.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Skizziere aus dem Kopf eine Batterie und zwei parallel geschaltete Lampen.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Elektrischer Strom und Magnetismus – Wiederholung</dc:title>
  <dc:subject>KLP-basierte Wiederholung: Elektrischer Strom und Magnetismus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