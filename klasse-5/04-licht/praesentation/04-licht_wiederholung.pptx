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4: Licht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Ausbreitung von Licht: Lichtquellen und Lichtempfänger, Modell des Lichtstrahls, Abbildungen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Sichtbarkeit und Erscheinung: Streuung, Reflexion, Transmission, Absorption, Schattenbildung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Lichtquellen und Lichtempfänger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Geradlinige Lichtausbreitung mit dem Strahlenmodell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Sehen mit dem Sender-Empfänger-Modell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Schatten und Abbildungen an der Lochkamera konstruieren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28–29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 der Mond eine Lichtquelle? Begründe.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Breitet sich Licht in Luft normalerweise geradlinig oder in Kurven aus?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gelangt Licht von einem nicht selbst leuchtenden Buch in unser Auge?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ist ein Schatten?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je ein Beispiel für Reflexion, Transmission und Absorption.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Lichtquelle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Körper oder Gerät, das selbst Licht aussendet.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Lichtstrahl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Modelllinie für die Ausbreitungsrichtung des Lichts.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 wird an einer Oberfläche zurückgeworfen.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Absorption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Lichtenergie wird von Materie aufgenommen und meist in andere Energieformen umgewandelt.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Arbeite mit klaren Einzelideen, kleinen Anwendungen und einfachen Zahlen.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Ordne zu: Sonne, Spiegel, LED, Mond – Lichtquelle oder beleuchteter Gegenstand?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undurchsichtiger Gegenstand steht zwischen Lampe und Schirm. Wo entsteht der Schatten? Erkläre mit Lichtstrahlen.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ein weißes Blatt aus vielen Richtungen gut sichtbar, obwohl es nicht selbst leuchtet?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einer Lochkamera wird der Abstand zwischen Loch und Schirm vergrößert. Wie verändert sich das Bild ungefähr? Begründe mit dem Strahlenmodell.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sind helle Reflektoren an Fahrrädern nachts nützlich, obwohl sie keine eigene Lampe besitzen?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Schatten mit einer punktförmigen Lichtquelle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6464" y="3337560"/>
            <a:ext cx="219456" cy="21945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721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Lichtquelle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0752" y="2898648"/>
            <a:ext cx="210312" cy="1097280"/>
          </a:xfrm>
          <a:prstGeom prst="rect">
            <a:avLst/>
          </a:prstGeom>
          <a:solidFill>
            <a:srgbClr val="20304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41330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Gegenstand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24344" y="2167128"/>
            <a:ext cx="0" cy="3337560"/>
          </a:xfrm>
          <a:prstGeom prst="line">
            <a:avLst/>
          </a:prstGeom>
          <a:noFill/>
          <a:ln w="50800">
            <a:solidFill>
              <a:srgbClr val="8FA1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56144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Schirm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36192" y="3447288"/>
            <a:ext cx="2194560" cy="-54864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2898648"/>
            <a:ext cx="3593592" cy="-64008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36192" y="3447288"/>
            <a:ext cx="2194560" cy="54864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3995928"/>
            <a:ext cx="3593592" cy="73152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14616" y="2258568"/>
            <a:ext cx="219456" cy="2468880"/>
          </a:xfrm>
          <a:prstGeom prst="rect">
            <a:avLst/>
          </a:prstGeom>
          <a:solidFill>
            <a:srgbClr val="B55350">
              <a:alpha val="40000"/>
            </a:srgbClr>
          </a:solidFill>
          <a:ln w="12700">
            <a:solidFill>
              <a:srgbClr val="B553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6200000">
            <a:off x="6665976" y="3264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Schatten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beiden Randstrahlen begrenzen den Schatten?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verändert sich der Schatten, wenn der Gegenstand näher an die Lampe rückt?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nein, der Mond reflektiert Sonnenlicht; in Luft näherungsweise geradlinig; Licht von einer Quelle trifft das Buch, wird reflektiert und gelangt ins Auge; ein lichtarmer Bereich hinter einem undurchsichtigen Gegenstand; z. B. Spiegel – Fensterscheibe – schwarzer Stoff.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Sonne/LED Lichtquellen; Spiegel/Mond beleuchtete Gegenstände.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hinter dem Gegenstand auf dem Schirm, begrenzt durch Randstrahlen.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Das Blatt streut einfallendes Licht in viele Richtungen.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Bild wird größer und lichtschwächer; Strahlen fächern weiter auf.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Sie reflektieren Licht von Scheinwerfern gezielt zurück.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Sehen mit genau drei Stationen: Quelle – Gegenstand – Auge.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Licht – Wiederholung</dc:title>
  <dc:subject>KLP-basierte Wiederholung: Licht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